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173" autoAdjust="0"/>
    <p:restoredTop sz="94660"/>
  </p:normalViewPr>
  <p:slideViewPr>
    <p:cSldViewPr snapToGrid="0">
      <p:cViewPr>
        <p:scale>
          <a:sx n="50" d="100"/>
          <a:sy n="50" d="100"/>
        </p:scale>
        <p:origin x="750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94EB61-F3A1-4EAB-9FE9-C2BAA0BA08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61812BB-D2C3-491F-A97E-28B542473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B9FB2F1-E4BE-4B2B-A8C8-55E7FA5F4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DBEACA8-32FF-47CB-B61C-5788C5CA2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963897E-1798-4D59-8DBE-817FE9575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727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4CB0DA-74EB-45DF-80F9-812DDFB5B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8541346-7FC8-4157-B791-BDA6DD130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473A7A8-D937-4559-BB37-663A2D6FA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1774F90-E69A-4FFF-9782-E416969F4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FB8B2A1-3D72-4B19-88CB-6FD624A69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6633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DEF074D-89C7-4C6D-B060-6A4125AE3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2E31B5F-8161-4588-B444-E8B3321B89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4189E8A-A6D9-45B7-A80C-E2D296471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DB5030C-0F74-407C-A46D-302B92582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AE375C4-B6EA-4BB8-9CB9-7F700F715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97327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9CDCF9-9E3E-4D6F-ACBB-72EA3EEE2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4AB6F8D-C321-47E0-A2EC-8A71E6DE04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0CC7F87-B5A0-462F-8F71-A5FB759591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68B5806-28B7-452C-BE09-EB96DBB29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B4759FF-E7C6-4EA8-A719-248049AC1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968A70C-42B0-49CE-AB20-3A9E1BFEE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74534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BA33BF-2146-4D46-8130-FE6417B9B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CCA7C11D-ADFF-4F1D-994D-F5821C442B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801062C-23AC-43CC-987C-5262A38AA9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DFD44CD3-63F2-4AEA-829F-BCE1EC651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9CD135A-E9A9-44DE-9316-C61B0A415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DCE332E-F869-4EF7-8032-AA179B588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1CBD0467-2880-4902-85AA-4A9625468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58439AA-788E-4513-BD2B-3B915235B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73889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122B96-E7BE-412F-B1F5-3D4B3506C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AAD2F0D-FAC2-4F50-86D6-4BFD740FF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1D6C7616-70E4-4A01-92F2-2C2DE09EC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822B10D-32E8-4AE9-ACFE-ABD919348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61849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C7E85A7F-D7EE-4432-93AC-EB0B32D22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BF68B7BC-A33E-4A29-A25B-2CDE36BB2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F95EF4A-0DF4-4D48-94DA-5A07E7091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7925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948167E-A70B-433F-B4F0-98ED7CC9C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AE1643A-F5A9-4994-9697-C6EEBE2AFC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6247BF7-39B2-4B2B-BC67-35C3EBA48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751FF3D-943B-407A-ABD8-997EA7533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09A5FA1-CCB8-4295-B7EC-39D526224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4359DE9-930A-40A7-A58A-440CD760C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537961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BC4121-2676-46EE-B38B-2973D1B6D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D37804B7-03BB-4713-8FE5-E42993B438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F344376-4E20-465D-8F1A-1F710356B2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32577DC-9226-47C7-ABD5-36B5A8A67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D57779C-2F76-4B3D-93C1-98CE9B84B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A8050A2-AFF9-4C0E-B473-619058827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3711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03DA8E-C17D-4C42-B0F4-B81038EA7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0ED737BC-49F6-4023-89C9-B9EDFE2A97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9DADC01-63D0-4F32-8AFC-698EC766D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83B4E11-BA54-4FD2-8A5F-D5F5BD26E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A033BE7-6A49-4B39-B5B5-36534CB1B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4581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B2A961D-AFC9-4EF4-8F35-2B3A204CD1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29CD66F-4E1C-4CE4-9AFD-E6C4B9D8EA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96A8E38-540E-4183-B1A6-1F53E5D4A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8353271-FF9C-4E16-91C8-FFAB4D819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F181CD7-6F94-4758-8DF4-76D5D54C3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82856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8480FCED-BF3A-405A-9153-999E303B4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9A9BC46-7E58-4239-B6EF-025BD408B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3A2597E-0ED6-4DBC-AEAE-AA8C7F1794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785A5D5-1600-4A2B-997C-BE886B60ED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3B43265-CB7B-4468-8F3C-E548BBCFFE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02876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jpeg"/><Relationship Id="rId9" Type="http://schemas.openxmlformats.org/officeDocument/2006/relationships/image" Target="../media/image7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jpeg"/><Relationship Id="rId9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églalap 19">
            <a:extLst>
              <a:ext uri="{FF2B5EF4-FFF2-40B4-BE49-F238E27FC236}">
                <a16:creationId xmlns:a16="http://schemas.microsoft.com/office/drawing/2014/main" id="{5E9009C4-B66B-45F5-AC6C-372850A43483}"/>
              </a:ext>
            </a:extLst>
          </p:cNvPr>
          <p:cNvSpPr/>
          <p:nvPr/>
        </p:nvSpPr>
        <p:spPr>
          <a:xfrm>
            <a:off x="-25838" y="0"/>
            <a:ext cx="12382500" cy="8210550"/>
          </a:xfrm>
          <a:prstGeom prst="rect">
            <a:avLst/>
          </a:prstGeom>
          <a:solidFill>
            <a:schemeClr val="bg1">
              <a:alpha val="52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C1BE4A9-13CC-4502-AFFE-9A23A5473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3804" y="1336913"/>
            <a:ext cx="9144000" cy="2387600"/>
          </a:xfrm>
        </p:spPr>
        <p:txBody>
          <a:bodyPr/>
          <a:lstStyle/>
          <a:p>
            <a:r>
              <a:rPr lang="hu-HU" dirty="0"/>
              <a:t>Villám Meló	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6662B72-8C30-4743-A806-94108AC8D5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51818" y="5084474"/>
            <a:ext cx="2632364" cy="1655762"/>
          </a:xfrm>
        </p:spPr>
        <p:txBody>
          <a:bodyPr>
            <a:normAutofit fontScale="92500" lnSpcReduction="20000"/>
          </a:bodyPr>
          <a:lstStyle/>
          <a:p>
            <a:pPr>
              <a:spcAft>
                <a:spcPts val="1800"/>
              </a:spcAft>
            </a:pPr>
            <a:r>
              <a:rPr lang="hu-HU" dirty="0"/>
              <a:t>Készítette:</a:t>
            </a:r>
          </a:p>
          <a:p>
            <a:r>
              <a:rPr lang="hu-HU" dirty="0"/>
              <a:t>Boros Dániel</a:t>
            </a:r>
          </a:p>
          <a:p>
            <a:r>
              <a:rPr lang="hu-HU" dirty="0"/>
              <a:t>Hencsey Dorina</a:t>
            </a:r>
          </a:p>
          <a:p>
            <a:r>
              <a:rPr lang="hu-HU" dirty="0" err="1"/>
              <a:t>Kléber</a:t>
            </a:r>
            <a:r>
              <a:rPr lang="hu-HU" dirty="0"/>
              <a:t> Gergely László</a:t>
            </a:r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949DF43F-231B-4F61-A550-610DA5012C9D}"/>
              </a:ext>
            </a:extLst>
          </p:cNvPr>
          <p:cNvGrpSpPr/>
          <p:nvPr/>
        </p:nvGrpSpPr>
        <p:grpSpPr>
          <a:xfrm>
            <a:off x="2784459" y="110673"/>
            <a:ext cx="6623082" cy="6611378"/>
            <a:chOff x="3791406" y="1234752"/>
            <a:chExt cx="4534395" cy="4526382"/>
          </a:xfrm>
        </p:grpSpPr>
        <p:pic>
          <p:nvPicPr>
            <p:cNvPr id="13" name="Kép 12">
              <a:extLst>
                <a:ext uri="{FF2B5EF4-FFF2-40B4-BE49-F238E27FC236}">
                  <a16:creationId xmlns:a16="http://schemas.microsoft.com/office/drawing/2014/main" id="{DEA26375-262E-4FDB-B6AE-CD7F47323E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11" t="3110" r="4540" b="-404"/>
            <a:stretch/>
          </p:blipFill>
          <p:spPr>
            <a:xfrm>
              <a:off x="4302163" y="1234752"/>
              <a:ext cx="1707997" cy="1308464"/>
            </a:xfrm>
            <a:custGeom>
              <a:avLst/>
              <a:gdLst>
                <a:gd name="connsiteX0" fmla="*/ 1707997 w 1707997"/>
                <a:gd name="connsiteY0" fmla="*/ 0 h 1308464"/>
                <a:gd name="connsiteX1" fmla="*/ 1707997 w 1707997"/>
                <a:gd name="connsiteY1" fmla="*/ 784376 h 1308464"/>
                <a:gd name="connsiteX2" fmla="*/ 1694418 w 1707997"/>
                <a:gd name="connsiteY2" fmla="*/ 783691 h 1308464"/>
                <a:gd name="connsiteX3" fmla="*/ 624425 w 1707997"/>
                <a:gd name="connsiteY3" fmla="*/ 1288297 h 1308464"/>
                <a:gd name="connsiteX4" fmla="*/ 609345 w 1707997"/>
                <a:gd name="connsiteY4" fmla="*/ 1308464 h 1308464"/>
                <a:gd name="connsiteX5" fmla="*/ 0 w 1707997"/>
                <a:gd name="connsiteY5" fmla="*/ 822529 h 1308464"/>
                <a:gd name="connsiteX6" fmla="*/ 1707997 w 1707997"/>
                <a:gd name="connsiteY6" fmla="*/ 0 h 130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07997" h="1308464">
                  <a:moveTo>
                    <a:pt x="1707997" y="0"/>
                  </a:moveTo>
                  <a:lnTo>
                    <a:pt x="1707997" y="784376"/>
                  </a:lnTo>
                  <a:lnTo>
                    <a:pt x="1694418" y="783691"/>
                  </a:lnTo>
                  <a:cubicBezTo>
                    <a:pt x="1263647" y="783691"/>
                    <a:pt x="878754" y="980122"/>
                    <a:pt x="624425" y="1288297"/>
                  </a:cubicBezTo>
                  <a:lnTo>
                    <a:pt x="609345" y="1308464"/>
                  </a:lnTo>
                  <a:lnTo>
                    <a:pt x="0" y="822529"/>
                  </a:lnTo>
                  <a:cubicBezTo>
                    <a:pt x="414515" y="302743"/>
                    <a:pt x="1043166" y="0"/>
                    <a:pt x="1707997" y="0"/>
                  </a:cubicBezTo>
                  <a:close/>
                </a:path>
              </a:pathLst>
            </a:custGeom>
          </p:spPr>
        </p:pic>
        <p:pic>
          <p:nvPicPr>
            <p:cNvPr id="14" name="Kép 13" descr="https://i.pinimg.com/736x/a1/e8/81/a1e881d5e638be6ce6e13d3ff25d7058.jpg">
              <a:extLst>
                <a:ext uri="{FF2B5EF4-FFF2-40B4-BE49-F238E27FC236}">
                  <a16:creationId xmlns:a16="http://schemas.microsoft.com/office/drawing/2014/main" id="{74B06A1B-A235-401B-AB8D-6D034978F1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99" t="8609" r="5485" b="7288"/>
            <a:stretch/>
          </p:blipFill>
          <p:spPr bwMode="auto">
            <a:xfrm>
              <a:off x="3791406" y="2120659"/>
              <a:ext cx="1085977" cy="1848201"/>
            </a:xfrm>
            <a:custGeom>
              <a:avLst/>
              <a:gdLst>
                <a:gd name="connsiteX0" fmla="*/ 476633 w 1085977"/>
                <a:gd name="connsiteY0" fmla="*/ 0 h 1848201"/>
                <a:gd name="connsiteX1" fmla="*/ 1085977 w 1085977"/>
                <a:gd name="connsiteY1" fmla="*/ 485936 h 1848201"/>
                <a:gd name="connsiteX2" fmla="*/ 1021233 w 1085977"/>
                <a:gd name="connsiteY2" fmla="*/ 572517 h 1848201"/>
                <a:gd name="connsiteX3" fmla="*/ 784418 w 1085977"/>
                <a:gd name="connsiteY3" fmla="*/ 1347796 h 1848201"/>
                <a:gd name="connsiteX4" fmla="*/ 812589 w 1085977"/>
                <a:gd name="connsiteY4" fmla="*/ 1627251 h 1848201"/>
                <a:gd name="connsiteX5" fmla="*/ 824244 w 1085977"/>
                <a:gd name="connsiteY5" fmla="*/ 1672580 h 1848201"/>
                <a:gd name="connsiteX6" fmla="*/ 54793 w 1085977"/>
                <a:gd name="connsiteY6" fmla="*/ 1848201 h 1848201"/>
                <a:gd name="connsiteX7" fmla="*/ 476633 w 1085977"/>
                <a:gd name="connsiteY7" fmla="*/ 0 h 184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85977" h="1848201">
                  <a:moveTo>
                    <a:pt x="476633" y="0"/>
                  </a:moveTo>
                  <a:lnTo>
                    <a:pt x="1085977" y="485936"/>
                  </a:lnTo>
                  <a:lnTo>
                    <a:pt x="1021233" y="572517"/>
                  </a:lnTo>
                  <a:cubicBezTo>
                    <a:pt x="871721" y="793825"/>
                    <a:pt x="784418" y="1060615"/>
                    <a:pt x="784418" y="1347796"/>
                  </a:cubicBezTo>
                  <a:cubicBezTo>
                    <a:pt x="784418" y="1443524"/>
                    <a:pt x="794118" y="1536985"/>
                    <a:pt x="812589" y="1627251"/>
                  </a:cubicBezTo>
                  <a:lnTo>
                    <a:pt x="824244" y="1672580"/>
                  </a:lnTo>
                  <a:lnTo>
                    <a:pt x="54793" y="1848201"/>
                  </a:lnTo>
                  <a:cubicBezTo>
                    <a:pt x="-93145" y="1200040"/>
                    <a:pt x="62119" y="519786"/>
                    <a:pt x="476633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Kép 14">
              <a:extLst>
                <a:ext uri="{FF2B5EF4-FFF2-40B4-BE49-F238E27FC236}">
                  <a16:creationId xmlns:a16="http://schemas.microsoft.com/office/drawing/2014/main" id="{A0736AC1-25E8-42E1-8FB3-361C9DA471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0" t="5108" r="-2586" b="13991"/>
            <a:stretch/>
          </p:blipFill>
          <p:spPr>
            <a:xfrm>
              <a:off x="6096000" y="1249266"/>
              <a:ext cx="1707997" cy="1322031"/>
            </a:xfrm>
            <a:custGeom>
              <a:avLst/>
              <a:gdLst>
                <a:gd name="connsiteX0" fmla="*/ 0 w 1707997"/>
                <a:gd name="connsiteY0" fmla="*/ 0 h 1322031"/>
                <a:gd name="connsiteX1" fmla="*/ 1707997 w 1707997"/>
                <a:gd name="connsiteY1" fmla="*/ 822529 h 1322031"/>
                <a:gd name="connsiteX2" fmla="*/ 1081641 w 1707997"/>
                <a:gd name="connsiteY2" fmla="*/ 1322031 h 1322031"/>
                <a:gd name="connsiteX3" fmla="*/ 1056415 w 1707997"/>
                <a:gd name="connsiteY3" fmla="*/ 1288297 h 1322031"/>
                <a:gd name="connsiteX4" fmla="*/ 128197 w 1707997"/>
                <a:gd name="connsiteY4" fmla="*/ 790850 h 1322031"/>
                <a:gd name="connsiteX5" fmla="*/ 0 w 1707997"/>
                <a:gd name="connsiteY5" fmla="*/ 784376 h 132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07997" h="1322031">
                  <a:moveTo>
                    <a:pt x="0" y="0"/>
                  </a:moveTo>
                  <a:cubicBezTo>
                    <a:pt x="664831" y="0"/>
                    <a:pt x="1293483" y="302742"/>
                    <a:pt x="1707997" y="822529"/>
                  </a:cubicBezTo>
                  <a:lnTo>
                    <a:pt x="1081641" y="1322031"/>
                  </a:lnTo>
                  <a:lnTo>
                    <a:pt x="1056415" y="1288297"/>
                  </a:lnTo>
                  <a:cubicBezTo>
                    <a:pt x="830345" y="1014363"/>
                    <a:pt x="501113" y="828721"/>
                    <a:pt x="128197" y="790850"/>
                  </a:cubicBezTo>
                  <a:lnTo>
                    <a:pt x="0" y="784376"/>
                  </a:lnTo>
                  <a:close/>
                </a:path>
              </a:pathLst>
            </a:custGeom>
          </p:spPr>
        </p:pic>
        <p:pic>
          <p:nvPicPr>
            <p:cNvPr id="16" name="Kép 15" descr="https://i.pinimg.com/736x/39/2c/f4/392cf408ba0887f854a028a252428fcb.jpg">
              <a:extLst>
                <a:ext uri="{FF2B5EF4-FFF2-40B4-BE49-F238E27FC236}">
                  <a16:creationId xmlns:a16="http://schemas.microsoft.com/office/drawing/2014/main" id="{527635C3-33BA-4E55-8447-4247989C8C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653" t="20629" r="17860" b="20403"/>
            <a:stretch/>
          </p:blipFill>
          <p:spPr bwMode="auto">
            <a:xfrm>
              <a:off x="3877222" y="3848572"/>
              <a:ext cx="1531800" cy="1657767"/>
            </a:xfrm>
            <a:custGeom>
              <a:avLst/>
              <a:gdLst>
                <a:gd name="connsiteX0" fmla="*/ 769451 w 1531800"/>
                <a:gd name="connsiteY0" fmla="*/ 0 h 1657767"/>
                <a:gd name="connsiteX1" fmla="*/ 791965 w 1531800"/>
                <a:gd name="connsiteY1" fmla="*/ 87559 h 1657767"/>
                <a:gd name="connsiteX2" fmla="*/ 1455307 w 1531800"/>
                <a:gd name="connsiteY2" fmla="*/ 894491 h 1657767"/>
                <a:gd name="connsiteX3" fmla="*/ 1531800 w 1531800"/>
                <a:gd name="connsiteY3" fmla="*/ 931340 h 1657767"/>
                <a:gd name="connsiteX4" fmla="*/ 1181970 w 1531800"/>
                <a:gd name="connsiteY4" fmla="*/ 1657767 h 1657767"/>
                <a:gd name="connsiteX5" fmla="*/ 0 w 1531800"/>
                <a:gd name="connsiteY5" fmla="*/ 175622 h 1657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1800" h="1657767">
                  <a:moveTo>
                    <a:pt x="769451" y="0"/>
                  </a:moveTo>
                  <a:lnTo>
                    <a:pt x="791965" y="87559"/>
                  </a:lnTo>
                  <a:cubicBezTo>
                    <a:pt x="900004" y="434916"/>
                    <a:pt x="1140944" y="723718"/>
                    <a:pt x="1455307" y="894491"/>
                  </a:cubicBezTo>
                  <a:lnTo>
                    <a:pt x="1531800" y="931340"/>
                  </a:lnTo>
                  <a:lnTo>
                    <a:pt x="1181970" y="1657767"/>
                  </a:lnTo>
                  <a:cubicBezTo>
                    <a:pt x="582979" y="1369307"/>
                    <a:pt x="147938" y="823785"/>
                    <a:pt x="0" y="175622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Kép 16" descr="Történetpin képe">
              <a:extLst>
                <a:ext uri="{FF2B5EF4-FFF2-40B4-BE49-F238E27FC236}">
                  <a16:creationId xmlns:a16="http://schemas.microsoft.com/office/drawing/2014/main" id="{45DB79D8-E66B-497B-8A9C-BF2786DEDC8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6" t="32848" r="41171" b="38181"/>
            <a:stretch/>
          </p:blipFill>
          <p:spPr bwMode="auto">
            <a:xfrm>
              <a:off x="5108551" y="4807757"/>
              <a:ext cx="1895687" cy="953377"/>
            </a:xfrm>
            <a:custGeom>
              <a:avLst/>
              <a:gdLst>
                <a:gd name="connsiteX0" fmla="*/ 1540762 w 1895687"/>
                <a:gd name="connsiteY0" fmla="*/ 0 h 953377"/>
                <a:gd name="connsiteX1" fmla="*/ 1895687 w 1895687"/>
                <a:gd name="connsiteY1" fmla="*/ 737056 h 953377"/>
                <a:gd name="connsiteX2" fmla="*/ 0 w 1895687"/>
                <a:gd name="connsiteY2" fmla="*/ 737033 h 953377"/>
                <a:gd name="connsiteX3" fmla="*/ 349830 w 1895687"/>
                <a:gd name="connsiteY3" fmla="*/ 10604 h 953377"/>
                <a:gd name="connsiteX4" fmla="*/ 394549 w 1895687"/>
                <a:gd name="connsiteY4" fmla="*/ 32147 h 953377"/>
                <a:gd name="connsiteX5" fmla="*/ 934289 w 1895687"/>
                <a:gd name="connsiteY5" fmla="*/ 141115 h 953377"/>
                <a:gd name="connsiteX6" fmla="*/ 1474030 w 1895687"/>
                <a:gd name="connsiteY6" fmla="*/ 32147 h 9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95687" h="953377">
                  <a:moveTo>
                    <a:pt x="1540762" y="0"/>
                  </a:moveTo>
                  <a:lnTo>
                    <a:pt x="1895687" y="737056"/>
                  </a:lnTo>
                  <a:cubicBezTo>
                    <a:pt x="1296705" y="1025493"/>
                    <a:pt x="598976" y="1025484"/>
                    <a:pt x="0" y="737033"/>
                  </a:cubicBezTo>
                  <a:lnTo>
                    <a:pt x="349830" y="10604"/>
                  </a:lnTo>
                  <a:lnTo>
                    <a:pt x="394549" y="32147"/>
                  </a:lnTo>
                  <a:cubicBezTo>
                    <a:pt x="560444" y="102315"/>
                    <a:pt x="742835" y="141115"/>
                    <a:pt x="934289" y="141115"/>
                  </a:cubicBezTo>
                  <a:cubicBezTo>
                    <a:pt x="1125743" y="141115"/>
                    <a:pt x="1308135" y="102315"/>
                    <a:pt x="1474030" y="32147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Kép 17" descr="Történetpin képe">
              <a:extLst>
                <a:ext uri="{FF2B5EF4-FFF2-40B4-BE49-F238E27FC236}">
                  <a16:creationId xmlns:a16="http://schemas.microsoft.com/office/drawing/2014/main" id="{EEB616A6-2BC0-40DF-BD48-0E6C72093DE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66" t="29218" r="-794" b="8688"/>
            <a:stretch/>
          </p:blipFill>
          <p:spPr bwMode="auto">
            <a:xfrm>
              <a:off x="6713687" y="3842474"/>
              <a:ext cx="1536912" cy="1663621"/>
            </a:xfrm>
            <a:custGeom>
              <a:avLst/>
              <a:gdLst>
                <a:gd name="connsiteX0" fmla="*/ 741809 w 1536912"/>
                <a:gd name="connsiteY0" fmla="*/ 0 h 1663621"/>
                <a:gd name="connsiteX1" fmla="*/ 1536912 w 1536912"/>
                <a:gd name="connsiteY1" fmla="*/ 181478 h 1663621"/>
                <a:gd name="connsiteX2" fmla="*/ 354942 w 1536912"/>
                <a:gd name="connsiteY2" fmla="*/ 1663621 h 1663621"/>
                <a:gd name="connsiteX3" fmla="*/ 0 w 1536912"/>
                <a:gd name="connsiteY3" fmla="*/ 926575 h 1663621"/>
                <a:gd name="connsiteX4" fmla="*/ 54449 w 1536912"/>
                <a:gd name="connsiteY4" fmla="*/ 900345 h 1663621"/>
                <a:gd name="connsiteX5" fmla="*/ 717791 w 1536912"/>
                <a:gd name="connsiteY5" fmla="*/ 93413 h 1663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6912" h="1663621">
                  <a:moveTo>
                    <a:pt x="741809" y="0"/>
                  </a:moveTo>
                  <a:lnTo>
                    <a:pt x="1536912" y="181478"/>
                  </a:lnTo>
                  <a:cubicBezTo>
                    <a:pt x="1388973" y="829640"/>
                    <a:pt x="953934" y="1375162"/>
                    <a:pt x="354942" y="1663621"/>
                  </a:cubicBezTo>
                  <a:lnTo>
                    <a:pt x="0" y="926575"/>
                  </a:lnTo>
                  <a:lnTo>
                    <a:pt x="54449" y="900345"/>
                  </a:lnTo>
                  <a:cubicBezTo>
                    <a:pt x="368811" y="729573"/>
                    <a:pt x="609751" y="440770"/>
                    <a:pt x="717791" y="93413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Kép 18" descr="Történetpin képe">
              <a:extLst>
                <a:ext uri="{FF2B5EF4-FFF2-40B4-BE49-F238E27FC236}">
                  <a16:creationId xmlns:a16="http://schemas.microsoft.com/office/drawing/2014/main" id="{CD2A7BC4-B7C7-455A-A08E-0FB8A7F29E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07" t="-785" r="15979" b="785"/>
            <a:stretch/>
          </p:blipFill>
          <p:spPr bwMode="auto">
            <a:xfrm>
              <a:off x="7222813" y="2106144"/>
              <a:ext cx="1102988" cy="1848202"/>
            </a:xfrm>
            <a:custGeom>
              <a:avLst/>
              <a:gdLst>
                <a:gd name="connsiteX0" fmla="*/ 626356 w 1102988"/>
                <a:gd name="connsiteY0" fmla="*/ 0 h 1848202"/>
                <a:gd name="connsiteX1" fmla="*/ 1048196 w 1102988"/>
                <a:gd name="connsiteY1" fmla="*/ 1848202 h 1848202"/>
                <a:gd name="connsiteX2" fmla="*/ 253092 w 1102988"/>
                <a:gd name="connsiteY2" fmla="*/ 1666725 h 1848202"/>
                <a:gd name="connsiteX3" fmla="*/ 263242 w 1102988"/>
                <a:gd name="connsiteY3" fmla="*/ 1627250 h 1848202"/>
                <a:gd name="connsiteX4" fmla="*/ 291414 w 1102988"/>
                <a:gd name="connsiteY4" fmla="*/ 1347795 h 1848202"/>
                <a:gd name="connsiteX5" fmla="*/ 54598 w 1102988"/>
                <a:gd name="connsiteY5" fmla="*/ 572516 h 1848202"/>
                <a:gd name="connsiteX6" fmla="*/ 0 w 1102988"/>
                <a:gd name="connsiteY6" fmla="*/ 499503 h 1848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02988" h="1848202">
                  <a:moveTo>
                    <a:pt x="626356" y="0"/>
                  </a:moveTo>
                  <a:cubicBezTo>
                    <a:pt x="1040871" y="519786"/>
                    <a:pt x="1196134" y="1200041"/>
                    <a:pt x="1048196" y="1848202"/>
                  </a:cubicBezTo>
                  <a:lnTo>
                    <a:pt x="253092" y="1666725"/>
                  </a:lnTo>
                  <a:lnTo>
                    <a:pt x="263242" y="1627250"/>
                  </a:lnTo>
                  <a:cubicBezTo>
                    <a:pt x="281714" y="1536984"/>
                    <a:pt x="291414" y="1443523"/>
                    <a:pt x="291414" y="1347795"/>
                  </a:cubicBezTo>
                  <a:cubicBezTo>
                    <a:pt x="291414" y="1060614"/>
                    <a:pt x="204112" y="793824"/>
                    <a:pt x="54598" y="572516"/>
                  </a:cubicBezTo>
                  <a:lnTo>
                    <a:pt x="0" y="499503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730490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2" name="Picture 18" descr="https://i.pinimg.com/736x/8d/5b/a4/8d5ba4691a7f877ea25dc5eacca27688.jpg">
            <a:extLst>
              <a:ext uri="{FF2B5EF4-FFF2-40B4-BE49-F238E27FC236}">
                <a16:creationId xmlns:a16="http://schemas.microsoft.com/office/drawing/2014/main" id="{ACB5F538-BD3D-46E5-A771-7391F335D4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330825" cy="97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églalap 14">
            <a:extLst>
              <a:ext uri="{FF2B5EF4-FFF2-40B4-BE49-F238E27FC236}">
                <a16:creationId xmlns:a16="http://schemas.microsoft.com/office/drawing/2014/main" id="{887B9816-0FD5-4BBE-96D9-CBC4752688C5}"/>
              </a:ext>
            </a:extLst>
          </p:cNvPr>
          <p:cNvSpPr/>
          <p:nvPr/>
        </p:nvSpPr>
        <p:spPr>
          <a:xfrm>
            <a:off x="-25838" y="0"/>
            <a:ext cx="12382500" cy="8210550"/>
          </a:xfrm>
          <a:prstGeom prst="rect">
            <a:avLst/>
          </a:prstGeom>
          <a:solidFill>
            <a:schemeClr val="bg1">
              <a:alpha val="43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90931F8B-F856-4B58-A917-64430B6C7495}"/>
              </a:ext>
            </a:extLst>
          </p:cNvPr>
          <p:cNvGrpSpPr/>
          <p:nvPr/>
        </p:nvGrpSpPr>
        <p:grpSpPr>
          <a:xfrm>
            <a:off x="-2267198" y="982960"/>
            <a:ext cx="4541374" cy="4526382"/>
            <a:chOff x="3791406" y="1234752"/>
            <a:chExt cx="4541374" cy="4526382"/>
          </a:xfrm>
        </p:grpSpPr>
        <p:pic>
          <p:nvPicPr>
            <p:cNvPr id="37" name="Kép 36">
              <a:extLst>
                <a:ext uri="{FF2B5EF4-FFF2-40B4-BE49-F238E27FC236}">
                  <a16:creationId xmlns:a16="http://schemas.microsoft.com/office/drawing/2014/main" id="{97516BDE-8F1B-4BB1-8BD7-6FC69A242BE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11" t="3110" r="4540" b="-404"/>
            <a:stretch/>
          </p:blipFill>
          <p:spPr>
            <a:xfrm>
              <a:off x="4302163" y="1234752"/>
              <a:ext cx="1707997" cy="1308464"/>
            </a:xfrm>
            <a:custGeom>
              <a:avLst/>
              <a:gdLst>
                <a:gd name="connsiteX0" fmla="*/ 1707997 w 1707997"/>
                <a:gd name="connsiteY0" fmla="*/ 0 h 1308464"/>
                <a:gd name="connsiteX1" fmla="*/ 1707997 w 1707997"/>
                <a:gd name="connsiteY1" fmla="*/ 784376 h 1308464"/>
                <a:gd name="connsiteX2" fmla="*/ 1694418 w 1707997"/>
                <a:gd name="connsiteY2" fmla="*/ 783691 h 1308464"/>
                <a:gd name="connsiteX3" fmla="*/ 624425 w 1707997"/>
                <a:gd name="connsiteY3" fmla="*/ 1288297 h 1308464"/>
                <a:gd name="connsiteX4" fmla="*/ 609345 w 1707997"/>
                <a:gd name="connsiteY4" fmla="*/ 1308464 h 1308464"/>
                <a:gd name="connsiteX5" fmla="*/ 0 w 1707997"/>
                <a:gd name="connsiteY5" fmla="*/ 822529 h 1308464"/>
                <a:gd name="connsiteX6" fmla="*/ 1707997 w 1707997"/>
                <a:gd name="connsiteY6" fmla="*/ 0 h 130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07997" h="1308464">
                  <a:moveTo>
                    <a:pt x="1707997" y="0"/>
                  </a:moveTo>
                  <a:lnTo>
                    <a:pt x="1707997" y="784376"/>
                  </a:lnTo>
                  <a:lnTo>
                    <a:pt x="1694418" y="783691"/>
                  </a:lnTo>
                  <a:cubicBezTo>
                    <a:pt x="1263647" y="783691"/>
                    <a:pt x="878754" y="980122"/>
                    <a:pt x="624425" y="1288297"/>
                  </a:cubicBezTo>
                  <a:lnTo>
                    <a:pt x="609345" y="1308464"/>
                  </a:lnTo>
                  <a:lnTo>
                    <a:pt x="0" y="822529"/>
                  </a:lnTo>
                  <a:cubicBezTo>
                    <a:pt x="414515" y="302743"/>
                    <a:pt x="1043166" y="0"/>
                    <a:pt x="1707997" y="0"/>
                  </a:cubicBezTo>
                  <a:close/>
                </a:path>
              </a:pathLst>
            </a:custGeom>
          </p:spPr>
        </p:pic>
        <p:pic>
          <p:nvPicPr>
            <p:cNvPr id="34" name="Kép 33" descr="https://i.pinimg.com/736x/a1/e8/81/a1e881d5e638be6ce6e13d3ff25d7058.jpg">
              <a:extLst>
                <a:ext uri="{FF2B5EF4-FFF2-40B4-BE49-F238E27FC236}">
                  <a16:creationId xmlns:a16="http://schemas.microsoft.com/office/drawing/2014/main" id="{C1CD9FB2-0233-4C31-AC77-1532A5BCD1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99" t="8609" r="5485" b="7288"/>
            <a:stretch/>
          </p:blipFill>
          <p:spPr bwMode="auto">
            <a:xfrm>
              <a:off x="3791406" y="2120659"/>
              <a:ext cx="1085977" cy="1848201"/>
            </a:xfrm>
            <a:custGeom>
              <a:avLst/>
              <a:gdLst>
                <a:gd name="connsiteX0" fmla="*/ 476633 w 1085977"/>
                <a:gd name="connsiteY0" fmla="*/ 0 h 1848201"/>
                <a:gd name="connsiteX1" fmla="*/ 1085977 w 1085977"/>
                <a:gd name="connsiteY1" fmla="*/ 485936 h 1848201"/>
                <a:gd name="connsiteX2" fmla="*/ 1021233 w 1085977"/>
                <a:gd name="connsiteY2" fmla="*/ 572517 h 1848201"/>
                <a:gd name="connsiteX3" fmla="*/ 784418 w 1085977"/>
                <a:gd name="connsiteY3" fmla="*/ 1347796 h 1848201"/>
                <a:gd name="connsiteX4" fmla="*/ 812589 w 1085977"/>
                <a:gd name="connsiteY4" fmla="*/ 1627251 h 1848201"/>
                <a:gd name="connsiteX5" fmla="*/ 824244 w 1085977"/>
                <a:gd name="connsiteY5" fmla="*/ 1672580 h 1848201"/>
                <a:gd name="connsiteX6" fmla="*/ 54793 w 1085977"/>
                <a:gd name="connsiteY6" fmla="*/ 1848201 h 1848201"/>
                <a:gd name="connsiteX7" fmla="*/ 476633 w 1085977"/>
                <a:gd name="connsiteY7" fmla="*/ 0 h 184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85977" h="1848201">
                  <a:moveTo>
                    <a:pt x="476633" y="0"/>
                  </a:moveTo>
                  <a:lnTo>
                    <a:pt x="1085977" y="485936"/>
                  </a:lnTo>
                  <a:lnTo>
                    <a:pt x="1021233" y="572517"/>
                  </a:lnTo>
                  <a:cubicBezTo>
                    <a:pt x="871721" y="793825"/>
                    <a:pt x="784418" y="1060615"/>
                    <a:pt x="784418" y="1347796"/>
                  </a:cubicBezTo>
                  <a:cubicBezTo>
                    <a:pt x="784418" y="1443524"/>
                    <a:pt x="794118" y="1536985"/>
                    <a:pt x="812589" y="1627251"/>
                  </a:cubicBezTo>
                  <a:lnTo>
                    <a:pt x="824244" y="1672580"/>
                  </a:lnTo>
                  <a:lnTo>
                    <a:pt x="54793" y="1848201"/>
                  </a:lnTo>
                  <a:cubicBezTo>
                    <a:pt x="-93145" y="1200040"/>
                    <a:pt x="62119" y="519786"/>
                    <a:pt x="476633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Kép 31">
              <a:extLst>
                <a:ext uri="{FF2B5EF4-FFF2-40B4-BE49-F238E27FC236}">
                  <a16:creationId xmlns:a16="http://schemas.microsoft.com/office/drawing/2014/main" id="{611634FB-0D35-470A-BC7A-902C038B39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0" t="5108" r="-2586" b="13991"/>
            <a:stretch/>
          </p:blipFill>
          <p:spPr>
            <a:xfrm>
              <a:off x="6096000" y="1249266"/>
              <a:ext cx="1707997" cy="1322031"/>
            </a:xfrm>
            <a:custGeom>
              <a:avLst/>
              <a:gdLst>
                <a:gd name="connsiteX0" fmla="*/ 0 w 1707997"/>
                <a:gd name="connsiteY0" fmla="*/ 0 h 1322031"/>
                <a:gd name="connsiteX1" fmla="*/ 1707997 w 1707997"/>
                <a:gd name="connsiteY1" fmla="*/ 822529 h 1322031"/>
                <a:gd name="connsiteX2" fmla="*/ 1081641 w 1707997"/>
                <a:gd name="connsiteY2" fmla="*/ 1322031 h 1322031"/>
                <a:gd name="connsiteX3" fmla="*/ 1056415 w 1707997"/>
                <a:gd name="connsiteY3" fmla="*/ 1288297 h 1322031"/>
                <a:gd name="connsiteX4" fmla="*/ 128197 w 1707997"/>
                <a:gd name="connsiteY4" fmla="*/ 790850 h 1322031"/>
                <a:gd name="connsiteX5" fmla="*/ 0 w 1707997"/>
                <a:gd name="connsiteY5" fmla="*/ 784376 h 132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07997" h="1322031">
                  <a:moveTo>
                    <a:pt x="0" y="0"/>
                  </a:moveTo>
                  <a:cubicBezTo>
                    <a:pt x="664831" y="0"/>
                    <a:pt x="1293483" y="302742"/>
                    <a:pt x="1707997" y="822529"/>
                  </a:cubicBezTo>
                  <a:lnTo>
                    <a:pt x="1081641" y="1322031"/>
                  </a:lnTo>
                  <a:lnTo>
                    <a:pt x="1056415" y="1288297"/>
                  </a:lnTo>
                  <a:cubicBezTo>
                    <a:pt x="830345" y="1014363"/>
                    <a:pt x="501113" y="828721"/>
                    <a:pt x="128197" y="790850"/>
                  </a:cubicBezTo>
                  <a:lnTo>
                    <a:pt x="0" y="784376"/>
                  </a:lnTo>
                  <a:close/>
                </a:path>
              </a:pathLst>
            </a:custGeom>
          </p:spPr>
        </p:pic>
        <p:pic>
          <p:nvPicPr>
            <p:cNvPr id="28" name="Kép 27" descr="https://i.pinimg.com/736x/39/2c/f4/392cf408ba0887f854a028a252428fcb.jpg">
              <a:extLst>
                <a:ext uri="{FF2B5EF4-FFF2-40B4-BE49-F238E27FC236}">
                  <a16:creationId xmlns:a16="http://schemas.microsoft.com/office/drawing/2014/main" id="{29258C5F-FA78-4574-ACFD-4C74107943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653" t="20629" r="17860" b="20403"/>
            <a:stretch/>
          </p:blipFill>
          <p:spPr bwMode="auto">
            <a:xfrm>
              <a:off x="3877222" y="3848572"/>
              <a:ext cx="1531800" cy="1657767"/>
            </a:xfrm>
            <a:custGeom>
              <a:avLst/>
              <a:gdLst>
                <a:gd name="connsiteX0" fmla="*/ 769451 w 1531800"/>
                <a:gd name="connsiteY0" fmla="*/ 0 h 1657767"/>
                <a:gd name="connsiteX1" fmla="*/ 791965 w 1531800"/>
                <a:gd name="connsiteY1" fmla="*/ 87559 h 1657767"/>
                <a:gd name="connsiteX2" fmla="*/ 1455307 w 1531800"/>
                <a:gd name="connsiteY2" fmla="*/ 894491 h 1657767"/>
                <a:gd name="connsiteX3" fmla="*/ 1531800 w 1531800"/>
                <a:gd name="connsiteY3" fmla="*/ 931340 h 1657767"/>
                <a:gd name="connsiteX4" fmla="*/ 1181970 w 1531800"/>
                <a:gd name="connsiteY4" fmla="*/ 1657767 h 1657767"/>
                <a:gd name="connsiteX5" fmla="*/ 0 w 1531800"/>
                <a:gd name="connsiteY5" fmla="*/ 175622 h 1657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1800" h="1657767">
                  <a:moveTo>
                    <a:pt x="769451" y="0"/>
                  </a:moveTo>
                  <a:lnTo>
                    <a:pt x="791965" y="87559"/>
                  </a:lnTo>
                  <a:cubicBezTo>
                    <a:pt x="900004" y="434916"/>
                    <a:pt x="1140944" y="723718"/>
                    <a:pt x="1455307" y="894491"/>
                  </a:cubicBezTo>
                  <a:lnTo>
                    <a:pt x="1531800" y="931340"/>
                  </a:lnTo>
                  <a:lnTo>
                    <a:pt x="1181970" y="1657767"/>
                  </a:lnTo>
                  <a:cubicBezTo>
                    <a:pt x="582979" y="1369307"/>
                    <a:pt x="147938" y="823785"/>
                    <a:pt x="0" y="175622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" name="Kép 22" descr="Történetpin képe">
              <a:extLst>
                <a:ext uri="{FF2B5EF4-FFF2-40B4-BE49-F238E27FC236}">
                  <a16:creationId xmlns:a16="http://schemas.microsoft.com/office/drawing/2014/main" id="{5BBDB6C9-647D-4F2B-BCB8-36223FD5E24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6" t="32848" r="41171" b="38181"/>
            <a:stretch/>
          </p:blipFill>
          <p:spPr bwMode="auto">
            <a:xfrm>
              <a:off x="5108551" y="4807757"/>
              <a:ext cx="1895687" cy="953377"/>
            </a:xfrm>
            <a:custGeom>
              <a:avLst/>
              <a:gdLst>
                <a:gd name="connsiteX0" fmla="*/ 1540762 w 1895687"/>
                <a:gd name="connsiteY0" fmla="*/ 0 h 953377"/>
                <a:gd name="connsiteX1" fmla="*/ 1895687 w 1895687"/>
                <a:gd name="connsiteY1" fmla="*/ 737056 h 953377"/>
                <a:gd name="connsiteX2" fmla="*/ 0 w 1895687"/>
                <a:gd name="connsiteY2" fmla="*/ 737033 h 953377"/>
                <a:gd name="connsiteX3" fmla="*/ 349830 w 1895687"/>
                <a:gd name="connsiteY3" fmla="*/ 10604 h 953377"/>
                <a:gd name="connsiteX4" fmla="*/ 394549 w 1895687"/>
                <a:gd name="connsiteY4" fmla="*/ 32147 h 953377"/>
                <a:gd name="connsiteX5" fmla="*/ 934289 w 1895687"/>
                <a:gd name="connsiteY5" fmla="*/ 141115 h 953377"/>
                <a:gd name="connsiteX6" fmla="*/ 1474030 w 1895687"/>
                <a:gd name="connsiteY6" fmla="*/ 32147 h 9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95687" h="953377">
                  <a:moveTo>
                    <a:pt x="1540762" y="0"/>
                  </a:moveTo>
                  <a:lnTo>
                    <a:pt x="1895687" y="737056"/>
                  </a:lnTo>
                  <a:cubicBezTo>
                    <a:pt x="1296705" y="1025493"/>
                    <a:pt x="598976" y="1025484"/>
                    <a:pt x="0" y="737033"/>
                  </a:cubicBezTo>
                  <a:lnTo>
                    <a:pt x="349830" y="10604"/>
                  </a:lnTo>
                  <a:lnTo>
                    <a:pt x="394549" y="32147"/>
                  </a:lnTo>
                  <a:cubicBezTo>
                    <a:pt x="560444" y="102315"/>
                    <a:pt x="742835" y="141115"/>
                    <a:pt x="934289" y="141115"/>
                  </a:cubicBezTo>
                  <a:cubicBezTo>
                    <a:pt x="1125743" y="141115"/>
                    <a:pt x="1308135" y="102315"/>
                    <a:pt x="1474030" y="32147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Kép 20" descr="Történetpin képe">
              <a:extLst>
                <a:ext uri="{FF2B5EF4-FFF2-40B4-BE49-F238E27FC236}">
                  <a16:creationId xmlns:a16="http://schemas.microsoft.com/office/drawing/2014/main" id="{01DD3ED5-B8EA-4B78-8BD7-2E88E55B8B9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66" t="29218" r="-794" b="8688"/>
            <a:stretch/>
          </p:blipFill>
          <p:spPr bwMode="auto">
            <a:xfrm>
              <a:off x="6713687" y="3842474"/>
              <a:ext cx="1536912" cy="1663621"/>
            </a:xfrm>
            <a:custGeom>
              <a:avLst/>
              <a:gdLst>
                <a:gd name="connsiteX0" fmla="*/ 741809 w 1536912"/>
                <a:gd name="connsiteY0" fmla="*/ 0 h 1663621"/>
                <a:gd name="connsiteX1" fmla="*/ 1536912 w 1536912"/>
                <a:gd name="connsiteY1" fmla="*/ 181478 h 1663621"/>
                <a:gd name="connsiteX2" fmla="*/ 354942 w 1536912"/>
                <a:gd name="connsiteY2" fmla="*/ 1663621 h 1663621"/>
                <a:gd name="connsiteX3" fmla="*/ 0 w 1536912"/>
                <a:gd name="connsiteY3" fmla="*/ 926575 h 1663621"/>
                <a:gd name="connsiteX4" fmla="*/ 54449 w 1536912"/>
                <a:gd name="connsiteY4" fmla="*/ 900345 h 1663621"/>
                <a:gd name="connsiteX5" fmla="*/ 717791 w 1536912"/>
                <a:gd name="connsiteY5" fmla="*/ 93413 h 1663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6912" h="1663621">
                  <a:moveTo>
                    <a:pt x="741809" y="0"/>
                  </a:moveTo>
                  <a:lnTo>
                    <a:pt x="1536912" y="181478"/>
                  </a:lnTo>
                  <a:cubicBezTo>
                    <a:pt x="1388973" y="829640"/>
                    <a:pt x="953934" y="1375162"/>
                    <a:pt x="354942" y="1663621"/>
                  </a:cubicBezTo>
                  <a:lnTo>
                    <a:pt x="0" y="926575"/>
                  </a:lnTo>
                  <a:lnTo>
                    <a:pt x="54449" y="900345"/>
                  </a:lnTo>
                  <a:cubicBezTo>
                    <a:pt x="368811" y="729573"/>
                    <a:pt x="609751" y="440770"/>
                    <a:pt x="717791" y="93413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Kép 15" descr="Történetpin képe">
              <a:extLst>
                <a:ext uri="{FF2B5EF4-FFF2-40B4-BE49-F238E27FC236}">
                  <a16:creationId xmlns:a16="http://schemas.microsoft.com/office/drawing/2014/main" id="{FE842F5B-3E06-4985-92A1-424E43C9927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07" t="-785" r="15979" b="785"/>
            <a:stretch/>
          </p:blipFill>
          <p:spPr bwMode="auto">
            <a:xfrm>
              <a:off x="7229792" y="2120658"/>
              <a:ext cx="1102988" cy="1848202"/>
            </a:xfrm>
            <a:custGeom>
              <a:avLst/>
              <a:gdLst>
                <a:gd name="connsiteX0" fmla="*/ 626356 w 1102988"/>
                <a:gd name="connsiteY0" fmla="*/ 0 h 1848202"/>
                <a:gd name="connsiteX1" fmla="*/ 1048196 w 1102988"/>
                <a:gd name="connsiteY1" fmla="*/ 1848202 h 1848202"/>
                <a:gd name="connsiteX2" fmla="*/ 253092 w 1102988"/>
                <a:gd name="connsiteY2" fmla="*/ 1666725 h 1848202"/>
                <a:gd name="connsiteX3" fmla="*/ 263242 w 1102988"/>
                <a:gd name="connsiteY3" fmla="*/ 1627250 h 1848202"/>
                <a:gd name="connsiteX4" fmla="*/ 291414 w 1102988"/>
                <a:gd name="connsiteY4" fmla="*/ 1347795 h 1848202"/>
                <a:gd name="connsiteX5" fmla="*/ 54598 w 1102988"/>
                <a:gd name="connsiteY5" fmla="*/ 572516 h 1848202"/>
                <a:gd name="connsiteX6" fmla="*/ 0 w 1102988"/>
                <a:gd name="connsiteY6" fmla="*/ 499503 h 1848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02988" h="1848202">
                  <a:moveTo>
                    <a:pt x="626356" y="0"/>
                  </a:moveTo>
                  <a:cubicBezTo>
                    <a:pt x="1040871" y="519786"/>
                    <a:pt x="1196134" y="1200041"/>
                    <a:pt x="1048196" y="1848202"/>
                  </a:cubicBezTo>
                  <a:lnTo>
                    <a:pt x="253092" y="1666725"/>
                  </a:lnTo>
                  <a:lnTo>
                    <a:pt x="263242" y="1627250"/>
                  </a:lnTo>
                  <a:cubicBezTo>
                    <a:pt x="281714" y="1536984"/>
                    <a:pt x="291414" y="1443523"/>
                    <a:pt x="291414" y="1347795"/>
                  </a:cubicBezTo>
                  <a:cubicBezTo>
                    <a:pt x="291414" y="1060614"/>
                    <a:pt x="204112" y="793824"/>
                    <a:pt x="54598" y="572516"/>
                  </a:cubicBezTo>
                  <a:lnTo>
                    <a:pt x="0" y="499503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0DFE6938-DD27-4311-BF65-4AC0A1A1BFDD}"/>
              </a:ext>
            </a:extLst>
          </p:cNvPr>
          <p:cNvSpPr txBox="1"/>
          <p:nvPr/>
        </p:nvSpPr>
        <p:spPr>
          <a:xfrm>
            <a:off x="3904343" y="1348658"/>
            <a:ext cx="6299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Anyád egy buzi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153724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https://i.pinimg.com/736x/6a/1c/f8/6a1cf8409865403dbe6ea823e974400d.jpg">
            <a:extLst>
              <a:ext uri="{FF2B5EF4-FFF2-40B4-BE49-F238E27FC236}">
                <a16:creationId xmlns:a16="http://schemas.microsoft.com/office/drawing/2014/main" id="{4B2ABC2B-42A5-451E-86FD-B85E5A2E7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3825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églalap 33">
            <a:extLst>
              <a:ext uri="{FF2B5EF4-FFF2-40B4-BE49-F238E27FC236}">
                <a16:creationId xmlns:a16="http://schemas.microsoft.com/office/drawing/2014/main" id="{32129F79-180C-4D6E-9D40-F06546B306D8}"/>
              </a:ext>
            </a:extLst>
          </p:cNvPr>
          <p:cNvSpPr/>
          <p:nvPr/>
        </p:nvSpPr>
        <p:spPr>
          <a:xfrm>
            <a:off x="-25838" y="0"/>
            <a:ext cx="12382500" cy="8210550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443BE6FE-5528-49C1-B910-745E885CD351}"/>
              </a:ext>
            </a:extLst>
          </p:cNvPr>
          <p:cNvGrpSpPr/>
          <p:nvPr/>
        </p:nvGrpSpPr>
        <p:grpSpPr>
          <a:xfrm rot="3119990">
            <a:off x="-2267197" y="982962"/>
            <a:ext cx="4534395" cy="4526382"/>
            <a:chOff x="3791406" y="1234752"/>
            <a:chExt cx="4534395" cy="4526382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7855C290-DCB1-449F-850B-6F2B8C7C8DE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11" t="3110" r="4540" b="-404"/>
            <a:stretch/>
          </p:blipFill>
          <p:spPr>
            <a:xfrm>
              <a:off x="4302163" y="1234752"/>
              <a:ext cx="1707997" cy="1308464"/>
            </a:xfrm>
            <a:custGeom>
              <a:avLst/>
              <a:gdLst>
                <a:gd name="connsiteX0" fmla="*/ 1707997 w 1707997"/>
                <a:gd name="connsiteY0" fmla="*/ 0 h 1308464"/>
                <a:gd name="connsiteX1" fmla="*/ 1707997 w 1707997"/>
                <a:gd name="connsiteY1" fmla="*/ 784376 h 1308464"/>
                <a:gd name="connsiteX2" fmla="*/ 1694418 w 1707997"/>
                <a:gd name="connsiteY2" fmla="*/ 783691 h 1308464"/>
                <a:gd name="connsiteX3" fmla="*/ 624425 w 1707997"/>
                <a:gd name="connsiteY3" fmla="*/ 1288297 h 1308464"/>
                <a:gd name="connsiteX4" fmla="*/ 609345 w 1707997"/>
                <a:gd name="connsiteY4" fmla="*/ 1308464 h 1308464"/>
                <a:gd name="connsiteX5" fmla="*/ 0 w 1707997"/>
                <a:gd name="connsiteY5" fmla="*/ 822529 h 1308464"/>
                <a:gd name="connsiteX6" fmla="*/ 1707997 w 1707997"/>
                <a:gd name="connsiteY6" fmla="*/ 0 h 130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07997" h="1308464">
                  <a:moveTo>
                    <a:pt x="1707997" y="0"/>
                  </a:moveTo>
                  <a:lnTo>
                    <a:pt x="1707997" y="784376"/>
                  </a:lnTo>
                  <a:lnTo>
                    <a:pt x="1694418" y="783691"/>
                  </a:lnTo>
                  <a:cubicBezTo>
                    <a:pt x="1263647" y="783691"/>
                    <a:pt x="878754" y="980122"/>
                    <a:pt x="624425" y="1288297"/>
                  </a:cubicBezTo>
                  <a:lnTo>
                    <a:pt x="609345" y="1308464"/>
                  </a:lnTo>
                  <a:lnTo>
                    <a:pt x="0" y="822529"/>
                  </a:lnTo>
                  <a:cubicBezTo>
                    <a:pt x="414515" y="302743"/>
                    <a:pt x="1043166" y="0"/>
                    <a:pt x="1707997" y="0"/>
                  </a:cubicBezTo>
                  <a:close/>
                </a:path>
              </a:pathLst>
            </a:custGeom>
          </p:spPr>
        </p:pic>
        <p:pic>
          <p:nvPicPr>
            <p:cNvPr id="12" name="Kép 11" descr="https://i.pinimg.com/736x/a1/e8/81/a1e881d5e638be6ce6e13d3ff25d7058.jpg">
              <a:extLst>
                <a:ext uri="{FF2B5EF4-FFF2-40B4-BE49-F238E27FC236}">
                  <a16:creationId xmlns:a16="http://schemas.microsoft.com/office/drawing/2014/main" id="{90FC7FBF-98A9-4ECA-A2B2-33C028C395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99" t="8609" r="5485" b="7288"/>
            <a:stretch/>
          </p:blipFill>
          <p:spPr bwMode="auto">
            <a:xfrm>
              <a:off x="3791406" y="2120659"/>
              <a:ext cx="1085977" cy="1848201"/>
            </a:xfrm>
            <a:custGeom>
              <a:avLst/>
              <a:gdLst>
                <a:gd name="connsiteX0" fmla="*/ 476633 w 1085977"/>
                <a:gd name="connsiteY0" fmla="*/ 0 h 1848201"/>
                <a:gd name="connsiteX1" fmla="*/ 1085977 w 1085977"/>
                <a:gd name="connsiteY1" fmla="*/ 485936 h 1848201"/>
                <a:gd name="connsiteX2" fmla="*/ 1021233 w 1085977"/>
                <a:gd name="connsiteY2" fmla="*/ 572517 h 1848201"/>
                <a:gd name="connsiteX3" fmla="*/ 784418 w 1085977"/>
                <a:gd name="connsiteY3" fmla="*/ 1347796 h 1848201"/>
                <a:gd name="connsiteX4" fmla="*/ 812589 w 1085977"/>
                <a:gd name="connsiteY4" fmla="*/ 1627251 h 1848201"/>
                <a:gd name="connsiteX5" fmla="*/ 824244 w 1085977"/>
                <a:gd name="connsiteY5" fmla="*/ 1672580 h 1848201"/>
                <a:gd name="connsiteX6" fmla="*/ 54793 w 1085977"/>
                <a:gd name="connsiteY6" fmla="*/ 1848201 h 1848201"/>
                <a:gd name="connsiteX7" fmla="*/ 476633 w 1085977"/>
                <a:gd name="connsiteY7" fmla="*/ 0 h 184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85977" h="1848201">
                  <a:moveTo>
                    <a:pt x="476633" y="0"/>
                  </a:moveTo>
                  <a:lnTo>
                    <a:pt x="1085977" y="485936"/>
                  </a:lnTo>
                  <a:lnTo>
                    <a:pt x="1021233" y="572517"/>
                  </a:lnTo>
                  <a:cubicBezTo>
                    <a:pt x="871721" y="793825"/>
                    <a:pt x="784418" y="1060615"/>
                    <a:pt x="784418" y="1347796"/>
                  </a:cubicBezTo>
                  <a:cubicBezTo>
                    <a:pt x="784418" y="1443524"/>
                    <a:pt x="794118" y="1536985"/>
                    <a:pt x="812589" y="1627251"/>
                  </a:cubicBezTo>
                  <a:lnTo>
                    <a:pt x="824244" y="1672580"/>
                  </a:lnTo>
                  <a:lnTo>
                    <a:pt x="54793" y="1848201"/>
                  </a:lnTo>
                  <a:cubicBezTo>
                    <a:pt x="-93145" y="1200040"/>
                    <a:pt x="62119" y="519786"/>
                    <a:pt x="476633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Kép 12">
              <a:extLst>
                <a:ext uri="{FF2B5EF4-FFF2-40B4-BE49-F238E27FC236}">
                  <a16:creationId xmlns:a16="http://schemas.microsoft.com/office/drawing/2014/main" id="{339D2D18-2192-4B15-84E8-2BE6EF3EE7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0" t="5108" r="-2586" b="13991"/>
            <a:stretch/>
          </p:blipFill>
          <p:spPr>
            <a:xfrm>
              <a:off x="6095997" y="1249266"/>
              <a:ext cx="1707997" cy="1322031"/>
            </a:xfrm>
            <a:custGeom>
              <a:avLst/>
              <a:gdLst>
                <a:gd name="connsiteX0" fmla="*/ 0 w 1707997"/>
                <a:gd name="connsiteY0" fmla="*/ 0 h 1322031"/>
                <a:gd name="connsiteX1" fmla="*/ 1707997 w 1707997"/>
                <a:gd name="connsiteY1" fmla="*/ 822529 h 1322031"/>
                <a:gd name="connsiteX2" fmla="*/ 1081641 w 1707997"/>
                <a:gd name="connsiteY2" fmla="*/ 1322031 h 1322031"/>
                <a:gd name="connsiteX3" fmla="*/ 1056415 w 1707997"/>
                <a:gd name="connsiteY3" fmla="*/ 1288297 h 1322031"/>
                <a:gd name="connsiteX4" fmla="*/ 128197 w 1707997"/>
                <a:gd name="connsiteY4" fmla="*/ 790850 h 1322031"/>
                <a:gd name="connsiteX5" fmla="*/ 0 w 1707997"/>
                <a:gd name="connsiteY5" fmla="*/ 784376 h 132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07997" h="1322031">
                  <a:moveTo>
                    <a:pt x="0" y="0"/>
                  </a:moveTo>
                  <a:cubicBezTo>
                    <a:pt x="664831" y="0"/>
                    <a:pt x="1293483" y="302742"/>
                    <a:pt x="1707997" y="822529"/>
                  </a:cubicBezTo>
                  <a:lnTo>
                    <a:pt x="1081641" y="1322031"/>
                  </a:lnTo>
                  <a:lnTo>
                    <a:pt x="1056415" y="1288297"/>
                  </a:lnTo>
                  <a:cubicBezTo>
                    <a:pt x="830345" y="1014363"/>
                    <a:pt x="501113" y="828721"/>
                    <a:pt x="128197" y="790850"/>
                  </a:cubicBezTo>
                  <a:lnTo>
                    <a:pt x="0" y="784376"/>
                  </a:lnTo>
                  <a:close/>
                </a:path>
              </a:pathLst>
            </a:custGeom>
          </p:spPr>
        </p:pic>
        <p:pic>
          <p:nvPicPr>
            <p:cNvPr id="14" name="Kép 13" descr="https://i.pinimg.com/736x/39/2c/f4/392cf408ba0887f854a028a252428fcb.jpg">
              <a:extLst>
                <a:ext uri="{FF2B5EF4-FFF2-40B4-BE49-F238E27FC236}">
                  <a16:creationId xmlns:a16="http://schemas.microsoft.com/office/drawing/2014/main" id="{AC37E241-8FEC-489E-8B86-8A93A390D7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653" t="20629" r="17860" b="20403"/>
            <a:stretch/>
          </p:blipFill>
          <p:spPr bwMode="auto">
            <a:xfrm>
              <a:off x="3877222" y="3848572"/>
              <a:ext cx="1531800" cy="1657767"/>
            </a:xfrm>
            <a:custGeom>
              <a:avLst/>
              <a:gdLst>
                <a:gd name="connsiteX0" fmla="*/ 769451 w 1531800"/>
                <a:gd name="connsiteY0" fmla="*/ 0 h 1657767"/>
                <a:gd name="connsiteX1" fmla="*/ 791965 w 1531800"/>
                <a:gd name="connsiteY1" fmla="*/ 87559 h 1657767"/>
                <a:gd name="connsiteX2" fmla="*/ 1455307 w 1531800"/>
                <a:gd name="connsiteY2" fmla="*/ 894491 h 1657767"/>
                <a:gd name="connsiteX3" fmla="*/ 1531800 w 1531800"/>
                <a:gd name="connsiteY3" fmla="*/ 931340 h 1657767"/>
                <a:gd name="connsiteX4" fmla="*/ 1181970 w 1531800"/>
                <a:gd name="connsiteY4" fmla="*/ 1657767 h 1657767"/>
                <a:gd name="connsiteX5" fmla="*/ 0 w 1531800"/>
                <a:gd name="connsiteY5" fmla="*/ 175622 h 1657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1800" h="1657767">
                  <a:moveTo>
                    <a:pt x="769451" y="0"/>
                  </a:moveTo>
                  <a:lnTo>
                    <a:pt x="791965" y="87559"/>
                  </a:lnTo>
                  <a:cubicBezTo>
                    <a:pt x="900004" y="434916"/>
                    <a:pt x="1140944" y="723718"/>
                    <a:pt x="1455307" y="894491"/>
                  </a:cubicBezTo>
                  <a:lnTo>
                    <a:pt x="1531800" y="931340"/>
                  </a:lnTo>
                  <a:lnTo>
                    <a:pt x="1181970" y="1657767"/>
                  </a:lnTo>
                  <a:cubicBezTo>
                    <a:pt x="582979" y="1369307"/>
                    <a:pt x="147938" y="823785"/>
                    <a:pt x="0" y="175622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Kép 14" descr="Történetpin képe">
              <a:extLst>
                <a:ext uri="{FF2B5EF4-FFF2-40B4-BE49-F238E27FC236}">
                  <a16:creationId xmlns:a16="http://schemas.microsoft.com/office/drawing/2014/main" id="{D73C39FF-C68E-4D66-B7B8-D8DC77BB8B5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6" t="32848" r="41171" b="38181"/>
            <a:stretch/>
          </p:blipFill>
          <p:spPr bwMode="auto">
            <a:xfrm>
              <a:off x="5108551" y="4807757"/>
              <a:ext cx="1895687" cy="953377"/>
            </a:xfrm>
            <a:custGeom>
              <a:avLst/>
              <a:gdLst>
                <a:gd name="connsiteX0" fmla="*/ 1540762 w 1895687"/>
                <a:gd name="connsiteY0" fmla="*/ 0 h 953377"/>
                <a:gd name="connsiteX1" fmla="*/ 1895687 w 1895687"/>
                <a:gd name="connsiteY1" fmla="*/ 737056 h 953377"/>
                <a:gd name="connsiteX2" fmla="*/ 0 w 1895687"/>
                <a:gd name="connsiteY2" fmla="*/ 737033 h 953377"/>
                <a:gd name="connsiteX3" fmla="*/ 349830 w 1895687"/>
                <a:gd name="connsiteY3" fmla="*/ 10604 h 953377"/>
                <a:gd name="connsiteX4" fmla="*/ 394549 w 1895687"/>
                <a:gd name="connsiteY4" fmla="*/ 32147 h 953377"/>
                <a:gd name="connsiteX5" fmla="*/ 934289 w 1895687"/>
                <a:gd name="connsiteY5" fmla="*/ 141115 h 953377"/>
                <a:gd name="connsiteX6" fmla="*/ 1474030 w 1895687"/>
                <a:gd name="connsiteY6" fmla="*/ 32147 h 9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95687" h="953377">
                  <a:moveTo>
                    <a:pt x="1540762" y="0"/>
                  </a:moveTo>
                  <a:lnTo>
                    <a:pt x="1895687" y="737056"/>
                  </a:lnTo>
                  <a:cubicBezTo>
                    <a:pt x="1296705" y="1025493"/>
                    <a:pt x="598976" y="1025484"/>
                    <a:pt x="0" y="737033"/>
                  </a:cubicBezTo>
                  <a:lnTo>
                    <a:pt x="349830" y="10604"/>
                  </a:lnTo>
                  <a:lnTo>
                    <a:pt x="394549" y="32147"/>
                  </a:lnTo>
                  <a:cubicBezTo>
                    <a:pt x="560444" y="102315"/>
                    <a:pt x="742835" y="141115"/>
                    <a:pt x="934289" y="141115"/>
                  </a:cubicBezTo>
                  <a:cubicBezTo>
                    <a:pt x="1125743" y="141115"/>
                    <a:pt x="1308135" y="102315"/>
                    <a:pt x="1474030" y="32147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Kép 15" descr="Történetpin képe">
              <a:extLst>
                <a:ext uri="{FF2B5EF4-FFF2-40B4-BE49-F238E27FC236}">
                  <a16:creationId xmlns:a16="http://schemas.microsoft.com/office/drawing/2014/main" id="{B0E3C5C7-FA86-4FD4-9FCE-7B6B3BE3FE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66" t="29218" r="-794" b="8688"/>
            <a:stretch/>
          </p:blipFill>
          <p:spPr bwMode="auto">
            <a:xfrm>
              <a:off x="6713687" y="3842474"/>
              <a:ext cx="1536912" cy="1663621"/>
            </a:xfrm>
            <a:custGeom>
              <a:avLst/>
              <a:gdLst>
                <a:gd name="connsiteX0" fmla="*/ 741809 w 1536912"/>
                <a:gd name="connsiteY0" fmla="*/ 0 h 1663621"/>
                <a:gd name="connsiteX1" fmla="*/ 1536912 w 1536912"/>
                <a:gd name="connsiteY1" fmla="*/ 181478 h 1663621"/>
                <a:gd name="connsiteX2" fmla="*/ 354942 w 1536912"/>
                <a:gd name="connsiteY2" fmla="*/ 1663621 h 1663621"/>
                <a:gd name="connsiteX3" fmla="*/ 0 w 1536912"/>
                <a:gd name="connsiteY3" fmla="*/ 926575 h 1663621"/>
                <a:gd name="connsiteX4" fmla="*/ 54449 w 1536912"/>
                <a:gd name="connsiteY4" fmla="*/ 900345 h 1663621"/>
                <a:gd name="connsiteX5" fmla="*/ 717791 w 1536912"/>
                <a:gd name="connsiteY5" fmla="*/ 93413 h 1663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6912" h="1663621">
                  <a:moveTo>
                    <a:pt x="741809" y="0"/>
                  </a:moveTo>
                  <a:lnTo>
                    <a:pt x="1536912" y="181478"/>
                  </a:lnTo>
                  <a:cubicBezTo>
                    <a:pt x="1388973" y="829640"/>
                    <a:pt x="953934" y="1375162"/>
                    <a:pt x="354942" y="1663621"/>
                  </a:cubicBezTo>
                  <a:lnTo>
                    <a:pt x="0" y="926575"/>
                  </a:lnTo>
                  <a:lnTo>
                    <a:pt x="54449" y="900345"/>
                  </a:lnTo>
                  <a:cubicBezTo>
                    <a:pt x="368811" y="729573"/>
                    <a:pt x="609751" y="440770"/>
                    <a:pt x="717791" y="93413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Kép 16" descr="Történetpin képe">
              <a:extLst>
                <a:ext uri="{FF2B5EF4-FFF2-40B4-BE49-F238E27FC236}">
                  <a16:creationId xmlns:a16="http://schemas.microsoft.com/office/drawing/2014/main" id="{94A7C12A-515B-4C3F-86E4-A9F4AD1A718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07" t="-785" r="15979" b="785"/>
            <a:stretch/>
          </p:blipFill>
          <p:spPr bwMode="auto">
            <a:xfrm>
              <a:off x="7222813" y="2106144"/>
              <a:ext cx="1102988" cy="1848202"/>
            </a:xfrm>
            <a:custGeom>
              <a:avLst/>
              <a:gdLst>
                <a:gd name="connsiteX0" fmla="*/ 626356 w 1102988"/>
                <a:gd name="connsiteY0" fmla="*/ 0 h 1848202"/>
                <a:gd name="connsiteX1" fmla="*/ 1048196 w 1102988"/>
                <a:gd name="connsiteY1" fmla="*/ 1848202 h 1848202"/>
                <a:gd name="connsiteX2" fmla="*/ 253092 w 1102988"/>
                <a:gd name="connsiteY2" fmla="*/ 1666725 h 1848202"/>
                <a:gd name="connsiteX3" fmla="*/ 263242 w 1102988"/>
                <a:gd name="connsiteY3" fmla="*/ 1627250 h 1848202"/>
                <a:gd name="connsiteX4" fmla="*/ 291414 w 1102988"/>
                <a:gd name="connsiteY4" fmla="*/ 1347795 h 1848202"/>
                <a:gd name="connsiteX5" fmla="*/ 54598 w 1102988"/>
                <a:gd name="connsiteY5" fmla="*/ 572516 h 1848202"/>
                <a:gd name="connsiteX6" fmla="*/ 0 w 1102988"/>
                <a:gd name="connsiteY6" fmla="*/ 499503 h 1848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02988" h="1848202">
                  <a:moveTo>
                    <a:pt x="626356" y="0"/>
                  </a:moveTo>
                  <a:cubicBezTo>
                    <a:pt x="1040871" y="519786"/>
                    <a:pt x="1196134" y="1200041"/>
                    <a:pt x="1048196" y="1848202"/>
                  </a:cubicBezTo>
                  <a:lnTo>
                    <a:pt x="253092" y="1666725"/>
                  </a:lnTo>
                  <a:lnTo>
                    <a:pt x="263242" y="1627250"/>
                  </a:lnTo>
                  <a:cubicBezTo>
                    <a:pt x="281714" y="1536984"/>
                    <a:pt x="291414" y="1443523"/>
                    <a:pt x="291414" y="1347795"/>
                  </a:cubicBezTo>
                  <a:cubicBezTo>
                    <a:pt x="291414" y="1060614"/>
                    <a:pt x="204112" y="793824"/>
                    <a:pt x="54598" y="572516"/>
                  </a:cubicBezTo>
                  <a:lnTo>
                    <a:pt x="0" y="499503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8098881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315F02E8-C32A-4AE2-B038-718FC843098B}"/>
              </a:ext>
            </a:extLst>
          </p:cNvPr>
          <p:cNvGrpSpPr/>
          <p:nvPr/>
        </p:nvGrpSpPr>
        <p:grpSpPr>
          <a:xfrm rot="6150718">
            <a:off x="-2267198" y="982960"/>
            <a:ext cx="4534395" cy="4526382"/>
            <a:chOff x="3791406" y="1234752"/>
            <a:chExt cx="4534395" cy="4526382"/>
          </a:xfrm>
        </p:grpSpPr>
        <p:pic>
          <p:nvPicPr>
            <p:cNvPr id="3" name="Kép 2">
              <a:extLst>
                <a:ext uri="{FF2B5EF4-FFF2-40B4-BE49-F238E27FC236}">
                  <a16:creationId xmlns:a16="http://schemas.microsoft.com/office/drawing/2014/main" id="{0C3E5FC5-327C-4DFD-AED9-81899F11967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11" t="3110" r="4540" b="-404"/>
            <a:stretch/>
          </p:blipFill>
          <p:spPr>
            <a:xfrm>
              <a:off x="4302163" y="1234752"/>
              <a:ext cx="1707997" cy="1308464"/>
            </a:xfrm>
            <a:custGeom>
              <a:avLst/>
              <a:gdLst>
                <a:gd name="connsiteX0" fmla="*/ 1707997 w 1707997"/>
                <a:gd name="connsiteY0" fmla="*/ 0 h 1308464"/>
                <a:gd name="connsiteX1" fmla="*/ 1707997 w 1707997"/>
                <a:gd name="connsiteY1" fmla="*/ 784376 h 1308464"/>
                <a:gd name="connsiteX2" fmla="*/ 1694418 w 1707997"/>
                <a:gd name="connsiteY2" fmla="*/ 783691 h 1308464"/>
                <a:gd name="connsiteX3" fmla="*/ 624425 w 1707997"/>
                <a:gd name="connsiteY3" fmla="*/ 1288297 h 1308464"/>
                <a:gd name="connsiteX4" fmla="*/ 609345 w 1707997"/>
                <a:gd name="connsiteY4" fmla="*/ 1308464 h 1308464"/>
                <a:gd name="connsiteX5" fmla="*/ 0 w 1707997"/>
                <a:gd name="connsiteY5" fmla="*/ 822529 h 1308464"/>
                <a:gd name="connsiteX6" fmla="*/ 1707997 w 1707997"/>
                <a:gd name="connsiteY6" fmla="*/ 0 h 130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07997" h="1308464">
                  <a:moveTo>
                    <a:pt x="1707997" y="0"/>
                  </a:moveTo>
                  <a:lnTo>
                    <a:pt x="1707997" y="784376"/>
                  </a:lnTo>
                  <a:lnTo>
                    <a:pt x="1694418" y="783691"/>
                  </a:lnTo>
                  <a:cubicBezTo>
                    <a:pt x="1263647" y="783691"/>
                    <a:pt x="878754" y="980122"/>
                    <a:pt x="624425" y="1288297"/>
                  </a:cubicBezTo>
                  <a:lnTo>
                    <a:pt x="609345" y="1308464"/>
                  </a:lnTo>
                  <a:lnTo>
                    <a:pt x="0" y="822529"/>
                  </a:lnTo>
                  <a:cubicBezTo>
                    <a:pt x="414515" y="302743"/>
                    <a:pt x="1043166" y="0"/>
                    <a:pt x="1707997" y="0"/>
                  </a:cubicBezTo>
                  <a:close/>
                </a:path>
              </a:pathLst>
            </a:custGeom>
          </p:spPr>
        </p:pic>
        <p:pic>
          <p:nvPicPr>
            <p:cNvPr id="4" name="Kép 3" descr="https://i.pinimg.com/736x/a1/e8/81/a1e881d5e638be6ce6e13d3ff25d7058.jpg">
              <a:extLst>
                <a:ext uri="{FF2B5EF4-FFF2-40B4-BE49-F238E27FC236}">
                  <a16:creationId xmlns:a16="http://schemas.microsoft.com/office/drawing/2014/main" id="{919FE9CD-72F0-4604-8D20-99FC4BAC81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99" t="8609" r="5485" b="7288"/>
            <a:stretch/>
          </p:blipFill>
          <p:spPr bwMode="auto">
            <a:xfrm>
              <a:off x="3791406" y="2120659"/>
              <a:ext cx="1085977" cy="1848201"/>
            </a:xfrm>
            <a:custGeom>
              <a:avLst/>
              <a:gdLst>
                <a:gd name="connsiteX0" fmla="*/ 476633 w 1085977"/>
                <a:gd name="connsiteY0" fmla="*/ 0 h 1848201"/>
                <a:gd name="connsiteX1" fmla="*/ 1085977 w 1085977"/>
                <a:gd name="connsiteY1" fmla="*/ 485936 h 1848201"/>
                <a:gd name="connsiteX2" fmla="*/ 1021233 w 1085977"/>
                <a:gd name="connsiteY2" fmla="*/ 572517 h 1848201"/>
                <a:gd name="connsiteX3" fmla="*/ 784418 w 1085977"/>
                <a:gd name="connsiteY3" fmla="*/ 1347796 h 1848201"/>
                <a:gd name="connsiteX4" fmla="*/ 812589 w 1085977"/>
                <a:gd name="connsiteY4" fmla="*/ 1627251 h 1848201"/>
                <a:gd name="connsiteX5" fmla="*/ 824244 w 1085977"/>
                <a:gd name="connsiteY5" fmla="*/ 1672580 h 1848201"/>
                <a:gd name="connsiteX6" fmla="*/ 54793 w 1085977"/>
                <a:gd name="connsiteY6" fmla="*/ 1848201 h 1848201"/>
                <a:gd name="connsiteX7" fmla="*/ 476633 w 1085977"/>
                <a:gd name="connsiteY7" fmla="*/ 0 h 184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85977" h="1848201">
                  <a:moveTo>
                    <a:pt x="476633" y="0"/>
                  </a:moveTo>
                  <a:lnTo>
                    <a:pt x="1085977" y="485936"/>
                  </a:lnTo>
                  <a:lnTo>
                    <a:pt x="1021233" y="572517"/>
                  </a:lnTo>
                  <a:cubicBezTo>
                    <a:pt x="871721" y="793825"/>
                    <a:pt x="784418" y="1060615"/>
                    <a:pt x="784418" y="1347796"/>
                  </a:cubicBezTo>
                  <a:cubicBezTo>
                    <a:pt x="784418" y="1443524"/>
                    <a:pt x="794118" y="1536985"/>
                    <a:pt x="812589" y="1627251"/>
                  </a:cubicBezTo>
                  <a:lnTo>
                    <a:pt x="824244" y="1672580"/>
                  </a:lnTo>
                  <a:lnTo>
                    <a:pt x="54793" y="1848201"/>
                  </a:lnTo>
                  <a:cubicBezTo>
                    <a:pt x="-93145" y="1200040"/>
                    <a:pt x="62119" y="519786"/>
                    <a:pt x="476633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Kép 4">
              <a:extLst>
                <a:ext uri="{FF2B5EF4-FFF2-40B4-BE49-F238E27FC236}">
                  <a16:creationId xmlns:a16="http://schemas.microsoft.com/office/drawing/2014/main" id="{35E4D744-507F-43D6-8039-421B184118D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0" t="5108" r="-2586" b="13991"/>
            <a:stretch/>
          </p:blipFill>
          <p:spPr>
            <a:xfrm>
              <a:off x="6096000" y="1249266"/>
              <a:ext cx="1707997" cy="1322031"/>
            </a:xfrm>
            <a:custGeom>
              <a:avLst/>
              <a:gdLst>
                <a:gd name="connsiteX0" fmla="*/ 0 w 1707997"/>
                <a:gd name="connsiteY0" fmla="*/ 0 h 1322031"/>
                <a:gd name="connsiteX1" fmla="*/ 1707997 w 1707997"/>
                <a:gd name="connsiteY1" fmla="*/ 822529 h 1322031"/>
                <a:gd name="connsiteX2" fmla="*/ 1081641 w 1707997"/>
                <a:gd name="connsiteY2" fmla="*/ 1322031 h 1322031"/>
                <a:gd name="connsiteX3" fmla="*/ 1056415 w 1707997"/>
                <a:gd name="connsiteY3" fmla="*/ 1288297 h 1322031"/>
                <a:gd name="connsiteX4" fmla="*/ 128197 w 1707997"/>
                <a:gd name="connsiteY4" fmla="*/ 790850 h 1322031"/>
                <a:gd name="connsiteX5" fmla="*/ 0 w 1707997"/>
                <a:gd name="connsiteY5" fmla="*/ 784376 h 132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07997" h="1322031">
                  <a:moveTo>
                    <a:pt x="0" y="0"/>
                  </a:moveTo>
                  <a:cubicBezTo>
                    <a:pt x="664831" y="0"/>
                    <a:pt x="1293483" y="302742"/>
                    <a:pt x="1707997" y="822529"/>
                  </a:cubicBezTo>
                  <a:lnTo>
                    <a:pt x="1081641" y="1322031"/>
                  </a:lnTo>
                  <a:lnTo>
                    <a:pt x="1056415" y="1288297"/>
                  </a:lnTo>
                  <a:cubicBezTo>
                    <a:pt x="830345" y="1014363"/>
                    <a:pt x="501113" y="828721"/>
                    <a:pt x="128197" y="790850"/>
                  </a:cubicBezTo>
                  <a:lnTo>
                    <a:pt x="0" y="784376"/>
                  </a:lnTo>
                  <a:close/>
                </a:path>
              </a:pathLst>
            </a:custGeom>
          </p:spPr>
        </p:pic>
        <p:pic>
          <p:nvPicPr>
            <p:cNvPr id="6" name="Kép 5" descr="https://i.pinimg.com/736x/39/2c/f4/392cf408ba0887f854a028a252428fcb.jpg">
              <a:extLst>
                <a:ext uri="{FF2B5EF4-FFF2-40B4-BE49-F238E27FC236}">
                  <a16:creationId xmlns:a16="http://schemas.microsoft.com/office/drawing/2014/main" id="{826E0EFA-91C4-4251-B497-ED0DA4B50B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653" t="20629" r="17860" b="20403"/>
            <a:stretch/>
          </p:blipFill>
          <p:spPr bwMode="auto">
            <a:xfrm>
              <a:off x="3877222" y="3848572"/>
              <a:ext cx="1531800" cy="1657767"/>
            </a:xfrm>
            <a:custGeom>
              <a:avLst/>
              <a:gdLst>
                <a:gd name="connsiteX0" fmla="*/ 769451 w 1531800"/>
                <a:gd name="connsiteY0" fmla="*/ 0 h 1657767"/>
                <a:gd name="connsiteX1" fmla="*/ 791965 w 1531800"/>
                <a:gd name="connsiteY1" fmla="*/ 87559 h 1657767"/>
                <a:gd name="connsiteX2" fmla="*/ 1455307 w 1531800"/>
                <a:gd name="connsiteY2" fmla="*/ 894491 h 1657767"/>
                <a:gd name="connsiteX3" fmla="*/ 1531800 w 1531800"/>
                <a:gd name="connsiteY3" fmla="*/ 931340 h 1657767"/>
                <a:gd name="connsiteX4" fmla="*/ 1181970 w 1531800"/>
                <a:gd name="connsiteY4" fmla="*/ 1657767 h 1657767"/>
                <a:gd name="connsiteX5" fmla="*/ 0 w 1531800"/>
                <a:gd name="connsiteY5" fmla="*/ 175622 h 1657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1800" h="1657767">
                  <a:moveTo>
                    <a:pt x="769451" y="0"/>
                  </a:moveTo>
                  <a:lnTo>
                    <a:pt x="791965" y="87559"/>
                  </a:lnTo>
                  <a:cubicBezTo>
                    <a:pt x="900004" y="434916"/>
                    <a:pt x="1140944" y="723718"/>
                    <a:pt x="1455307" y="894491"/>
                  </a:cubicBezTo>
                  <a:lnTo>
                    <a:pt x="1531800" y="931340"/>
                  </a:lnTo>
                  <a:lnTo>
                    <a:pt x="1181970" y="1657767"/>
                  </a:lnTo>
                  <a:cubicBezTo>
                    <a:pt x="582979" y="1369307"/>
                    <a:pt x="147938" y="823785"/>
                    <a:pt x="0" y="175622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Kép 6" descr="Történetpin képe">
              <a:extLst>
                <a:ext uri="{FF2B5EF4-FFF2-40B4-BE49-F238E27FC236}">
                  <a16:creationId xmlns:a16="http://schemas.microsoft.com/office/drawing/2014/main" id="{197BEF95-9F98-4331-841E-79689A4DC4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6" t="32848" r="41171" b="38181"/>
            <a:stretch/>
          </p:blipFill>
          <p:spPr bwMode="auto">
            <a:xfrm>
              <a:off x="5108551" y="4807757"/>
              <a:ext cx="1895687" cy="953377"/>
            </a:xfrm>
            <a:custGeom>
              <a:avLst/>
              <a:gdLst>
                <a:gd name="connsiteX0" fmla="*/ 1540762 w 1895687"/>
                <a:gd name="connsiteY0" fmla="*/ 0 h 953377"/>
                <a:gd name="connsiteX1" fmla="*/ 1895687 w 1895687"/>
                <a:gd name="connsiteY1" fmla="*/ 737056 h 953377"/>
                <a:gd name="connsiteX2" fmla="*/ 0 w 1895687"/>
                <a:gd name="connsiteY2" fmla="*/ 737033 h 953377"/>
                <a:gd name="connsiteX3" fmla="*/ 349830 w 1895687"/>
                <a:gd name="connsiteY3" fmla="*/ 10604 h 953377"/>
                <a:gd name="connsiteX4" fmla="*/ 394549 w 1895687"/>
                <a:gd name="connsiteY4" fmla="*/ 32147 h 953377"/>
                <a:gd name="connsiteX5" fmla="*/ 934289 w 1895687"/>
                <a:gd name="connsiteY5" fmla="*/ 141115 h 953377"/>
                <a:gd name="connsiteX6" fmla="*/ 1474030 w 1895687"/>
                <a:gd name="connsiteY6" fmla="*/ 32147 h 9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95687" h="953377">
                  <a:moveTo>
                    <a:pt x="1540762" y="0"/>
                  </a:moveTo>
                  <a:lnTo>
                    <a:pt x="1895687" y="737056"/>
                  </a:lnTo>
                  <a:cubicBezTo>
                    <a:pt x="1296705" y="1025493"/>
                    <a:pt x="598976" y="1025484"/>
                    <a:pt x="0" y="737033"/>
                  </a:cubicBezTo>
                  <a:lnTo>
                    <a:pt x="349830" y="10604"/>
                  </a:lnTo>
                  <a:lnTo>
                    <a:pt x="394549" y="32147"/>
                  </a:lnTo>
                  <a:cubicBezTo>
                    <a:pt x="560444" y="102315"/>
                    <a:pt x="742835" y="141115"/>
                    <a:pt x="934289" y="141115"/>
                  </a:cubicBezTo>
                  <a:cubicBezTo>
                    <a:pt x="1125743" y="141115"/>
                    <a:pt x="1308135" y="102315"/>
                    <a:pt x="1474030" y="32147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Kép 7" descr="Történetpin képe">
              <a:extLst>
                <a:ext uri="{FF2B5EF4-FFF2-40B4-BE49-F238E27FC236}">
                  <a16:creationId xmlns:a16="http://schemas.microsoft.com/office/drawing/2014/main" id="{ED32E7E0-D3EC-4D2E-92D5-C08E21385EF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66" t="29218" r="-794" b="8688"/>
            <a:stretch/>
          </p:blipFill>
          <p:spPr bwMode="auto">
            <a:xfrm>
              <a:off x="6713687" y="3842474"/>
              <a:ext cx="1536912" cy="1663621"/>
            </a:xfrm>
            <a:custGeom>
              <a:avLst/>
              <a:gdLst>
                <a:gd name="connsiteX0" fmla="*/ 741809 w 1536912"/>
                <a:gd name="connsiteY0" fmla="*/ 0 h 1663621"/>
                <a:gd name="connsiteX1" fmla="*/ 1536912 w 1536912"/>
                <a:gd name="connsiteY1" fmla="*/ 181478 h 1663621"/>
                <a:gd name="connsiteX2" fmla="*/ 354942 w 1536912"/>
                <a:gd name="connsiteY2" fmla="*/ 1663621 h 1663621"/>
                <a:gd name="connsiteX3" fmla="*/ 0 w 1536912"/>
                <a:gd name="connsiteY3" fmla="*/ 926575 h 1663621"/>
                <a:gd name="connsiteX4" fmla="*/ 54449 w 1536912"/>
                <a:gd name="connsiteY4" fmla="*/ 900345 h 1663621"/>
                <a:gd name="connsiteX5" fmla="*/ 717791 w 1536912"/>
                <a:gd name="connsiteY5" fmla="*/ 93413 h 1663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6912" h="1663621">
                  <a:moveTo>
                    <a:pt x="741809" y="0"/>
                  </a:moveTo>
                  <a:lnTo>
                    <a:pt x="1536912" y="181478"/>
                  </a:lnTo>
                  <a:cubicBezTo>
                    <a:pt x="1388973" y="829640"/>
                    <a:pt x="953934" y="1375162"/>
                    <a:pt x="354942" y="1663621"/>
                  </a:cubicBezTo>
                  <a:lnTo>
                    <a:pt x="0" y="926575"/>
                  </a:lnTo>
                  <a:lnTo>
                    <a:pt x="54449" y="900345"/>
                  </a:lnTo>
                  <a:cubicBezTo>
                    <a:pt x="368811" y="729573"/>
                    <a:pt x="609751" y="440770"/>
                    <a:pt x="717791" y="93413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Kép 8" descr="Történetpin képe">
              <a:extLst>
                <a:ext uri="{FF2B5EF4-FFF2-40B4-BE49-F238E27FC236}">
                  <a16:creationId xmlns:a16="http://schemas.microsoft.com/office/drawing/2014/main" id="{2AA2DC41-7F70-45D3-93A4-6306C578068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07" t="-785" r="15979" b="785"/>
            <a:stretch/>
          </p:blipFill>
          <p:spPr bwMode="auto">
            <a:xfrm>
              <a:off x="7222813" y="2106144"/>
              <a:ext cx="1102988" cy="1848202"/>
            </a:xfrm>
            <a:custGeom>
              <a:avLst/>
              <a:gdLst>
                <a:gd name="connsiteX0" fmla="*/ 626356 w 1102988"/>
                <a:gd name="connsiteY0" fmla="*/ 0 h 1848202"/>
                <a:gd name="connsiteX1" fmla="*/ 1048196 w 1102988"/>
                <a:gd name="connsiteY1" fmla="*/ 1848202 h 1848202"/>
                <a:gd name="connsiteX2" fmla="*/ 253092 w 1102988"/>
                <a:gd name="connsiteY2" fmla="*/ 1666725 h 1848202"/>
                <a:gd name="connsiteX3" fmla="*/ 263242 w 1102988"/>
                <a:gd name="connsiteY3" fmla="*/ 1627250 h 1848202"/>
                <a:gd name="connsiteX4" fmla="*/ 291414 w 1102988"/>
                <a:gd name="connsiteY4" fmla="*/ 1347795 h 1848202"/>
                <a:gd name="connsiteX5" fmla="*/ 54598 w 1102988"/>
                <a:gd name="connsiteY5" fmla="*/ 572516 h 1848202"/>
                <a:gd name="connsiteX6" fmla="*/ 0 w 1102988"/>
                <a:gd name="connsiteY6" fmla="*/ 499503 h 1848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02988" h="1848202">
                  <a:moveTo>
                    <a:pt x="626356" y="0"/>
                  </a:moveTo>
                  <a:cubicBezTo>
                    <a:pt x="1040871" y="519786"/>
                    <a:pt x="1196134" y="1200041"/>
                    <a:pt x="1048196" y="1848202"/>
                  </a:cubicBezTo>
                  <a:lnTo>
                    <a:pt x="253092" y="1666725"/>
                  </a:lnTo>
                  <a:lnTo>
                    <a:pt x="263242" y="1627250"/>
                  </a:lnTo>
                  <a:cubicBezTo>
                    <a:pt x="281714" y="1536984"/>
                    <a:pt x="291414" y="1443523"/>
                    <a:pt x="291414" y="1347795"/>
                  </a:cubicBezTo>
                  <a:cubicBezTo>
                    <a:pt x="291414" y="1060614"/>
                    <a:pt x="204112" y="793824"/>
                    <a:pt x="54598" y="572516"/>
                  </a:cubicBezTo>
                  <a:lnTo>
                    <a:pt x="0" y="499503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Téglalap 9">
            <a:extLst>
              <a:ext uri="{FF2B5EF4-FFF2-40B4-BE49-F238E27FC236}">
                <a16:creationId xmlns:a16="http://schemas.microsoft.com/office/drawing/2014/main" id="{D016DC95-9A16-4005-A5DE-D0C335FACC84}"/>
              </a:ext>
            </a:extLst>
          </p:cNvPr>
          <p:cNvSpPr/>
          <p:nvPr/>
        </p:nvSpPr>
        <p:spPr>
          <a:xfrm>
            <a:off x="-25838" y="0"/>
            <a:ext cx="12382500" cy="8210550"/>
          </a:xfrm>
          <a:prstGeom prst="rect">
            <a:avLst/>
          </a:prstGeom>
          <a:solidFill>
            <a:schemeClr val="bg1">
              <a:alpha val="52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057021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C29D39E7-0E15-4223-8659-B2B1E8A3B428}"/>
              </a:ext>
            </a:extLst>
          </p:cNvPr>
          <p:cNvGrpSpPr/>
          <p:nvPr/>
        </p:nvGrpSpPr>
        <p:grpSpPr>
          <a:xfrm rot="9219659">
            <a:off x="-2267198" y="982960"/>
            <a:ext cx="4534395" cy="4526382"/>
            <a:chOff x="3791406" y="1234752"/>
            <a:chExt cx="4534395" cy="4526382"/>
          </a:xfrm>
        </p:grpSpPr>
        <p:pic>
          <p:nvPicPr>
            <p:cNvPr id="3" name="Kép 2">
              <a:extLst>
                <a:ext uri="{FF2B5EF4-FFF2-40B4-BE49-F238E27FC236}">
                  <a16:creationId xmlns:a16="http://schemas.microsoft.com/office/drawing/2014/main" id="{3D83159B-5F6A-4E90-81A5-DFD51880E8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11" t="3110" r="4540" b="-404"/>
            <a:stretch/>
          </p:blipFill>
          <p:spPr>
            <a:xfrm>
              <a:off x="4302163" y="1234752"/>
              <a:ext cx="1707997" cy="1308464"/>
            </a:xfrm>
            <a:custGeom>
              <a:avLst/>
              <a:gdLst>
                <a:gd name="connsiteX0" fmla="*/ 1707997 w 1707997"/>
                <a:gd name="connsiteY0" fmla="*/ 0 h 1308464"/>
                <a:gd name="connsiteX1" fmla="*/ 1707997 w 1707997"/>
                <a:gd name="connsiteY1" fmla="*/ 784376 h 1308464"/>
                <a:gd name="connsiteX2" fmla="*/ 1694418 w 1707997"/>
                <a:gd name="connsiteY2" fmla="*/ 783691 h 1308464"/>
                <a:gd name="connsiteX3" fmla="*/ 624425 w 1707997"/>
                <a:gd name="connsiteY3" fmla="*/ 1288297 h 1308464"/>
                <a:gd name="connsiteX4" fmla="*/ 609345 w 1707997"/>
                <a:gd name="connsiteY4" fmla="*/ 1308464 h 1308464"/>
                <a:gd name="connsiteX5" fmla="*/ 0 w 1707997"/>
                <a:gd name="connsiteY5" fmla="*/ 822529 h 1308464"/>
                <a:gd name="connsiteX6" fmla="*/ 1707997 w 1707997"/>
                <a:gd name="connsiteY6" fmla="*/ 0 h 130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07997" h="1308464">
                  <a:moveTo>
                    <a:pt x="1707997" y="0"/>
                  </a:moveTo>
                  <a:lnTo>
                    <a:pt x="1707997" y="784376"/>
                  </a:lnTo>
                  <a:lnTo>
                    <a:pt x="1694418" y="783691"/>
                  </a:lnTo>
                  <a:cubicBezTo>
                    <a:pt x="1263647" y="783691"/>
                    <a:pt x="878754" y="980122"/>
                    <a:pt x="624425" y="1288297"/>
                  </a:cubicBezTo>
                  <a:lnTo>
                    <a:pt x="609345" y="1308464"/>
                  </a:lnTo>
                  <a:lnTo>
                    <a:pt x="0" y="822529"/>
                  </a:lnTo>
                  <a:cubicBezTo>
                    <a:pt x="414515" y="302743"/>
                    <a:pt x="1043166" y="0"/>
                    <a:pt x="1707997" y="0"/>
                  </a:cubicBezTo>
                  <a:close/>
                </a:path>
              </a:pathLst>
            </a:custGeom>
          </p:spPr>
        </p:pic>
        <p:pic>
          <p:nvPicPr>
            <p:cNvPr id="4" name="Kép 3" descr="https://i.pinimg.com/736x/a1/e8/81/a1e881d5e638be6ce6e13d3ff25d7058.jpg">
              <a:extLst>
                <a:ext uri="{FF2B5EF4-FFF2-40B4-BE49-F238E27FC236}">
                  <a16:creationId xmlns:a16="http://schemas.microsoft.com/office/drawing/2014/main" id="{D6780154-80A8-4BF3-AC45-069BF5724B7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99" t="8609" r="5485" b="7288"/>
            <a:stretch/>
          </p:blipFill>
          <p:spPr bwMode="auto">
            <a:xfrm>
              <a:off x="3791406" y="2120659"/>
              <a:ext cx="1085977" cy="1848201"/>
            </a:xfrm>
            <a:custGeom>
              <a:avLst/>
              <a:gdLst>
                <a:gd name="connsiteX0" fmla="*/ 476633 w 1085977"/>
                <a:gd name="connsiteY0" fmla="*/ 0 h 1848201"/>
                <a:gd name="connsiteX1" fmla="*/ 1085977 w 1085977"/>
                <a:gd name="connsiteY1" fmla="*/ 485936 h 1848201"/>
                <a:gd name="connsiteX2" fmla="*/ 1021233 w 1085977"/>
                <a:gd name="connsiteY2" fmla="*/ 572517 h 1848201"/>
                <a:gd name="connsiteX3" fmla="*/ 784418 w 1085977"/>
                <a:gd name="connsiteY3" fmla="*/ 1347796 h 1848201"/>
                <a:gd name="connsiteX4" fmla="*/ 812589 w 1085977"/>
                <a:gd name="connsiteY4" fmla="*/ 1627251 h 1848201"/>
                <a:gd name="connsiteX5" fmla="*/ 824244 w 1085977"/>
                <a:gd name="connsiteY5" fmla="*/ 1672580 h 1848201"/>
                <a:gd name="connsiteX6" fmla="*/ 54793 w 1085977"/>
                <a:gd name="connsiteY6" fmla="*/ 1848201 h 1848201"/>
                <a:gd name="connsiteX7" fmla="*/ 476633 w 1085977"/>
                <a:gd name="connsiteY7" fmla="*/ 0 h 184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85977" h="1848201">
                  <a:moveTo>
                    <a:pt x="476633" y="0"/>
                  </a:moveTo>
                  <a:lnTo>
                    <a:pt x="1085977" y="485936"/>
                  </a:lnTo>
                  <a:lnTo>
                    <a:pt x="1021233" y="572517"/>
                  </a:lnTo>
                  <a:cubicBezTo>
                    <a:pt x="871721" y="793825"/>
                    <a:pt x="784418" y="1060615"/>
                    <a:pt x="784418" y="1347796"/>
                  </a:cubicBezTo>
                  <a:cubicBezTo>
                    <a:pt x="784418" y="1443524"/>
                    <a:pt x="794118" y="1536985"/>
                    <a:pt x="812589" y="1627251"/>
                  </a:cubicBezTo>
                  <a:lnTo>
                    <a:pt x="824244" y="1672580"/>
                  </a:lnTo>
                  <a:lnTo>
                    <a:pt x="54793" y="1848201"/>
                  </a:lnTo>
                  <a:cubicBezTo>
                    <a:pt x="-93145" y="1200040"/>
                    <a:pt x="62119" y="519786"/>
                    <a:pt x="476633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Kép 4">
              <a:extLst>
                <a:ext uri="{FF2B5EF4-FFF2-40B4-BE49-F238E27FC236}">
                  <a16:creationId xmlns:a16="http://schemas.microsoft.com/office/drawing/2014/main" id="{366603E4-6E47-4394-96D0-41B728EA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0" t="5108" r="-2586" b="13991"/>
            <a:stretch/>
          </p:blipFill>
          <p:spPr>
            <a:xfrm>
              <a:off x="6096000" y="1249266"/>
              <a:ext cx="1707997" cy="1322031"/>
            </a:xfrm>
            <a:custGeom>
              <a:avLst/>
              <a:gdLst>
                <a:gd name="connsiteX0" fmla="*/ 0 w 1707997"/>
                <a:gd name="connsiteY0" fmla="*/ 0 h 1322031"/>
                <a:gd name="connsiteX1" fmla="*/ 1707997 w 1707997"/>
                <a:gd name="connsiteY1" fmla="*/ 822529 h 1322031"/>
                <a:gd name="connsiteX2" fmla="*/ 1081641 w 1707997"/>
                <a:gd name="connsiteY2" fmla="*/ 1322031 h 1322031"/>
                <a:gd name="connsiteX3" fmla="*/ 1056415 w 1707997"/>
                <a:gd name="connsiteY3" fmla="*/ 1288297 h 1322031"/>
                <a:gd name="connsiteX4" fmla="*/ 128197 w 1707997"/>
                <a:gd name="connsiteY4" fmla="*/ 790850 h 1322031"/>
                <a:gd name="connsiteX5" fmla="*/ 0 w 1707997"/>
                <a:gd name="connsiteY5" fmla="*/ 784376 h 132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07997" h="1322031">
                  <a:moveTo>
                    <a:pt x="0" y="0"/>
                  </a:moveTo>
                  <a:cubicBezTo>
                    <a:pt x="664831" y="0"/>
                    <a:pt x="1293483" y="302742"/>
                    <a:pt x="1707997" y="822529"/>
                  </a:cubicBezTo>
                  <a:lnTo>
                    <a:pt x="1081641" y="1322031"/>
                  </a:lnTo>
                  <a:lnTo>
                    <a:pt x="1056415" y="1288297"/>
                  </a:lnTo>
                  <a:cubicBezTo>
                    <a:pt x="830345" y="1014363"/>
                    <a:pt x="501113" y="828721"/>
                    <a:pt x="128197" y="790850"/>
                  </a:cubicBezTo>
                  <a:lnTo>
                    <a:pt x="0" y="784376"/>
                  </a:lnTo>
                  <a:close/>
                </a:path>
              </a:pathLst>
            </a:custGeom>
          </p:spPr>
        </p:pic>
        <p:pic>
          <p:nvPicPr>
            <p:cNvPr id="6" name="Kép 5" descr="https://i.pinimg.com/736x/39/2c/f4/392cf408ba0887f854a028a252428fcb.jpg">
              <a:extLst>
                <a:ext uri="{FF2B5EF4-FFF2-40B4-BE49-F238E27FC236}">
                  <a16:creationId xmlns:a16="http://schemas.microsoft.com/office/drawing/2014/main" id="{1290A48E-3904-497A-BA07-CDECF65C73B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653" t="20629" r="17860" b="20403"/>
            <a:stretch/>
          </p:blipFill>
          <p:spPr bwMode="auto">
            <a:xfrm>
              <a:off x="3877222" y="3848572"/>
              <a:ext cx="1531800" cy="1657767"/>
            </a:xfrm>
            <a:custGeom>
              <a:avLst/>
              <a:gdLst>
                <a:gd name="connsiteX0" fmla="*/ 769451 w 1531800"/>
                <a:gd name="connsiteY0" fmla="*/ 0 h 1657767"/>
                <a:gd name="connsiteX1" fmla="*/ 791965 w 1531800"/>
                <a:gd name="connsiteY1" fmla="*/ 87559 h 1657767"/>
                <a:gd name="connsiteX2" fmla="*/ 1455307 w 1531800"/>
                <a:gd name="connsiteY2" fmla="*/ 894491 h 1657767"/>
                <a:gd name="connsiteX3" fmla="*/ 1531800 w 1531800"/>
                <a:gd name="connsiteY3" fmla="*/ 931340 h 1657767"/>
                <a:gd name="connsiteX4" fmla="*/ 1181970 w 1531800"/>
                <a:gd name="connsiteY4" fmla="*/ 1657767 h 1657767"/>
                <a:gd name="connsiteX5" fmla="*/ 0 w 1531800"/>
                <a:gd name="connsiteY5" fmla="*/ 175622 h 1657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1800" h="1657767">
                  <a:moveTo>
                    <a:pt x="769451" y="0"/>
                  </a:moveTo>
                  <a:lnTo>
                    <a:pt x="791965" y="87559"/>
                  </a:lnTo>
                  <a:cubicBezTo>
                    <a:pt x="900004" y="434916"/>
                    <a:pt x="1140944" y="723718"/>
                    <a:pt x="1455307" y="894491"/>
                  </a:cubicBezTo>
                  <a:lnTo>
                    <a:pt x="1531800" y="931340"/>
                  </a:lnTo>
                  <a:lnTo>
                    <a:pt x="1181970" y="1657767"/>
                  </a:lnTo>
                  <a:cubicBezTo>
                    <a:pt x="582979" y="1369307"/>
                    <a:pt x="147938" y="823785"/>
                    <a:pt x="0" y="175622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Kép 6" descr="Történetpin képe">
              <a:extLst>
                <a:ext uri="{FF2B5EF4-FFF2-40B4-BE49-F238E27FC236}">
                  <a16:creationId xmlns:a16="http://schemas.microsoft.com/office/drawing/2014/main" id="{C83ABB79-6F0D-4EC5-814C-A907A114B34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6" t="32848" r="41171" b="38181"/>
            <a:stretch/>
          </p:blipFill>
          <p:spPr bwMode="auto">
            <a:xfrm>
              <a:off x="5108551" y="4807757"/>
              <a:ext cx="1895687" cy="953377"/>
            </a:xfrm>
            <a:custGeom>
              <a:avLst/>
              <a:gdLst>
                <a:gd name="connsiteX0" fmla="*/ 1540762 w 1895687"/>
                <a:gd name="connsiteY0" fmla="*/ 0 h 953377"/>
                <a:gd name="connsiteX1" fmla="*/ 1895687 w 1895687"/>
                <a:gd name="connsiteY1" fmla="*/ 737056 h 953377"/>
                <a:gd name="connsiteX2" fmla="*/ 0 w 1895687"/>
                <a:gd name="connsiteY2" fmla="*/ 737033 h 953377"/>
                <a:gd name="connsiteX3" fmla="*/ 349830 w 1895687"/>
                <a:gd name="connsiteY3" fmla="*/ 10604 h 953377"/>
                <a:gd name="connsiteX4" fmla="*/ 394549 w 1895687"/>
                <a:gd name="connsiteY4" fmla="*/ 32147 h 953377"/>
                <a:gd name="connsiteX5" fmla="*/ 934289 w 1895687"/>
                <a:gd name="connsiteY5" fmla="*/ 141115 h 953377"/>
                <a:gd name="connsiteX6" fmla="*/ 1474030 w 1895687"/>
                <a:gd name="connsiteY6" fmla="*/ 32147 h 9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95687" h="953377">
                  <a:moveTo>
                    <a:pt x="1540762" y="0"/>
                  </a:moveTo>
                  <a:lnTo>
                    <a:pt x="1895687" y="737056"/>
                  </a:lnTo>
                  <a:cubicBezTo>
                    <a:pt x="1296705" y="1025493"/>
                    <a:pt x="598976" y="1025484"/>
                    <a:pt x="0" y="737033"/>
                  </a:cubicBezTo>
                  <a:lnTo>
                    <a:pt x="349830" y="10604"/>
                  </a:lnTo>
                  <a:lnTo>
                    <a:pt x="394549" y="32147"/>
                  </a:lnTo>
                  <a:cubicBezTo>
                    <a:pt x="560444" y="102315"/>
                    <a:pt x="742835" y="141115"/>
                    <a:pt x="934289" y="141115"/>
                  </a:cubicBezTo>
                  <a:cubicBezTo>
                    <a:pt x="1125743" y="141115"/>
                    <a:pt x="1308135" y="102315"/>
                    <a:pt x="1474030" y="32147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Kép 7" descr="Történetpin képe">
              <a:extLst>
                <a:ext uri="{FF2B5EF4-FFF2-40B4-BE49-F238E27FC236}">
                  <a16:creationId xmlns:a16="http://schemas.microsoft.com/office/drawing/2014/main" id="{D498C681-1E66-4112-89CE-3A528F6D495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66" t="29218" r="-794" b="8688"/>
            <a:stretch/>
          </p:blipFill>
          <p:spPr bwMode="auto">
            <a:xfrm>
              <a:off x="6713687" y="3842474"/>
              <a:ext cx="1536912" cy="1663621"/>
            </a:xfrm>
            <a:custGeom>
              <a:avLst/>
              <a:gdLst>
                <a:gd name="connsiteX0" fmla="*/ 741809 w 1536912"/>
                <a:gd name="connsiteY0" fmla="*/ 0 h 1663621"/>
                <a:gd name="connsiteX1" fmla="*/ 1536912 w 1536912"/>
                <a:gd name="connsiteY1" fmla="*/ 181478 h 1663621"/>
                <a:gd name="connsiteX2" fmla="*/ 354942 w 1536912"/>
                <a:gd name="connsiteY2" fmla="*/ 1663621 h 1663621"/>
                <a:gd name="connsiteX3" fmla="*/ 0 w 1536912"/>
                <a:gd name="connsiteY3" fmla="*/ 926575 h 1663621"/>
                <a:gd name="connsiteX4" fmla="*/ 54449 w 1536912"/>
                <a:gd name="connsiteY4" fmla="*/ 900345 h 1663621"/>
                <a:gd name="connsiteX5" fmla="*/ 717791 w 1536912"/>
                <a:gd name="connsiteY5" fmla="*/ 93413 h 1663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6912" h="1663621">
                  <a:moveTo>
                    <a:pt x="741809" y="0"/>
                  </a:moveTo>
                  <a:lnTo>
                    <a:pt x="1536912" y="181478"/>
                  </a:lnTo>
                  <a:cubicBezTo>
                    <a:pt x="1388973" y="829640"/>
                    <a:pt x="953934" y="1375162"/>
                    <a:pt x="354942" y="1663621"/>
                  </a:cubicBezTo>
                  <a:lnTo>
                    <a:pt x="0" y="926575"/>
                  </a:lnTo>
                  <a:lnTo>
                    <a:pt x="54449" y="900345"/>
                  </a:lnTo>
                  <a:cubicBezTo>
                    <a:pt x="368811" y="729573"/>
                    <a:pt x="609751" y="440770"/>
                    <a:pt x="717791" y="93413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Kép 8" descr="Történetpin képe">
              <a:extLst>
                <a:ext uri="{FF2B5EF4-FFF2-40B4-BE49-F238E27FC236}">
                  <a16:creationId xmlns:a16="http://schemas.microsoft.com/office/drawing/2014/main" id="{81CE9D98-97AF-4CA8-8283-9426C54AE6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07" t="-785" r="15979" b="785"/>
            <a:stretch/>
          </p:blipFill>
          <p:spPr bwMode="auto">
            <a:xfrm>
              <a:off x="7222813" y="2106144"/>
              <a:ext cx="1102988" cy="1848202"/>
            </a:xfrm>
            <a:custGeom>
              <a:avLst/>
              <a:gdLst>
                <a:gd name="connsiteX0" fmla="*/ 626356 w 1102988"/>
                <a:gd name="connsiteY0" fmla="*/ 0 h 1848202"/>
                <a:gd name="connsiteX1" fmla="*/ 1048196 w 1102988"/>
                <a:gd name="connsiteY1" fmla="*/ 1848202 h 1848202"/>
                <a:gd name="connsiteX2" fmla="*/ 253092 w 1102988"/>
                <a:gd name="connsiteY2" fmla="*/ 1666725 h 1848202"/>
                <a:gd name="connsiteX3" fmla="*/ 263242 w 1102988"/>
                <a:gd name="connsiteY3" fmla="*/ 1627250 h 1848202"/>
                <a:gd name="connsiteX4" fmla="*/ 291414 w 1102988"/>
                <a:gd name="connsiteY4" fmla="*/ 1347795 h 1848202"/>
                <a:gd name="connsiteX5" fmla="*/ 54598 w 1102988"/>
                <a:gd name="connsiteY5" fmla="*/ 572516 h 1848202"/>
                <a:gd name="connsiteX6" fmla="*/ 0 w 1102988"/>
                <a:gd name="connsiteY6" fmla="*/ 499503 h 1848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02988" h="1848202">
                  <a:moveTo>
                    <a:pt x="626356" y="0"/>
                  </a:moveTo>
                  <a:cubicBezTo>
                    <a:pt x="1040871" y="519786"/>
                    <a:pt x="1196134" y="1200041"/>
                    <a:pt x="1048196" y="1848202"/>
                  </a:cubicBezTo>
                  <a:lnTo>
                    <a:pt x="253092" y="1666725"/>
                  </a:lnTo>
                  <a:lnTo>
                    <a:pt x="263242" y="1627250"/>
                  </a:lnTo>
                  <a:cubicBezTo>
                    <a:pt x="281714" y="1536984"/>
                    <a:pt x="291414" y="1443523"/>
                    <a:pt x="291414" y="1347795"/>
                  </a:cubicBezTo>
                  <a:cubicBezTo>
                    <a:pt x="291414" y="1060614"/>
                    <a:pt x="204112" y="793824"/>
                    <a:pt x="54598" y="572516"/>
                  </a:cubicBezTo>
                  <a:lnTo>
                    <a:pt x="0" y="499503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Téglalap 9">
            <a:extLst>
              <a:ext uri="{FF2B5EF4-FFF2-40B4-BE49-F238E27FC236}">
                <a16:creationId xmlns:a16="http://schemas.microsoft.com/office/drawing/2014/main" id="{ECACB5DF-BAED-4D06-A8BA-07BE755B38CD}"/>
              </a:ext>
            </a:extLst>
          </p:cNvPr>
          <p:cNvSpPr/>
          <p:nvPr/>
        </p:nvSpPr>
        <p:spPr>
          <a:xfrm>
            <a:off x="-25838" y="0"/>
            <a:ext cx="12382500" cy="8210550"/>
          </a:xfrm>
          <a:prstGeom prst="rect">
            <a:avLst/>
          </a:prstGeom>
          <a:solidFill>
            <a:schemeClr val="bg1">
              <a:alpha val="52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5266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2A63362B-269F-43A0-A11F-1BDB43360670}"/>
              </a:ext>
            </a:extLst>
          </p:cNvPr>
          <p:cNvGrpSpPr/>
          <p:nvPr/>
        </p:nvGrpSpPr>
        <p:grpSpPr>
          <a:xfrm rot="12334095">
            <a:off x="-2267198" y="982960"/>
            <a:ext cx="4534395" cy="4526382"/>
            <a:chOff x="3791406" y="1234752"/>
            <a:chExt cx="4534395" cy="4526382"/>
          </a:xfrm>
        </p:grpSpPr>
        <p:pic>
          <p:nvPicPr>
            <p:cNvPr id="3" name="Kép 2">
              <a:extLst>
                <a:ext uri="{FF2B5EF4-FFF2-40B4-BE49-F238E27FC236}">
                  <a16:creationId xmlns:a16="http://schemas.microsoft.com/office/drawing/2014/main" id="{E739E615-D3E5-402A-B08C-B88979BD47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11" t="3110" r="4540" b="-404"/>
            <a:stretch/>
          </p:blipFill>
          <p:spPr>
            <a:xfrm>
              <a:off x="4302163" y="1234752"/>
              <a:ext cx="1707997" cy="1308464"/>
            </a:xfrm>
            <a:custGeom>
              <a:avLst/>
              <a:gdLst>
                <a:gd name="connsiteX0" fmla="*/ 1707997 w 1707997"/>
                <a:gd name="connsiteY0" fmla="*/ 0 h 1308464"/>
                <a:gd name="connsiteX1" fmla="*/ 1707997 w 1707997"/>
                <a:gd name="connsiteY1" fmla="*/ 784376 h 1308464"/>
                <a:gd name="connsiteX2" fmla="*/ 1694418 w 1707997"/>
                <a:gd name="connsiteY2" fmla="*/ 783691 h 1308464"/>
                <a:gd name="connsiteX3" fmla="*/ 624425 w 1707997"/>
                <a:gd name="connsiteY3" fmla="*/ 1288297 h 1308464"/>
                <a:gd name="connsiteX4" fmla="*/ 609345 w 1707997"/>
                <a:gd name="connsiteY4" fmla="*/ 1308464 h 1308464"/>
                <a:gd name="connsiteX5" fmla="*/ 0 w 1707997"/>
                <a:gd name="connsiteY5" fmla="*/ 822529 h 1308464"/>
                <a:gd name="connsiteX6" fmla="*/ 1707997 w 1707997"/>
                <a:gd name="connsiteY6" fmla="*/ 0 h 130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07997" h="1308464">
                  <a:moveTo>
                    <a:pt x="1707997" y="0"/>
                  </a:moveTo>
                  <a:lnTo>
                    <a:pt x="1707997" y="784376"/>
                  </a:lnTo>
                  <a:lnTo>
                    <a:pt x="1694418" y="783691"/>
                  </a:lnTo>
                  <a:cubicBezTo>
                    <a:pt x="1263647" y="783691"/>
                    <a:pt x="878754" y="980122"/>
                    <a:pt x="624425" y="1288297"/>
                  </a:cubicBezTo>
                  <a:lnTo>
                    <a:pt x="609345" y="1308464"/>
                  </a:lnTo>
                  <a:lnTo>
                    <a:pt x="0" y="822529"/>
                  </a:lnTo>
                  <a:cubicBezTo>
                    <a:pt x="414515" y="302743"/>
                    <a:pt x="1043166" y="0"/>
                    <a:pt x="1707997" y="0"/>
                  </a:cubicBezTo>
                  <a:close/>
                </a:path>
              </a:pathLst>
            </a:custGeom>
          </p:spPr>
        </p:pic>
        <p:pic>
          <p:nvPicPr>
            <p:cNvPr id="4" name="Kép 3" descr="https://i.pinimg.com/736x/a1/e8/81/a1e881d5e638be6ce6e13d3ff25d7058.jpg">
              <a:extLst>
                <a:ext uri="{FF2B5EF4-FFF2-40B4-BE49-F238E27FC236}">
                  <a16:creationId xmlns:a16="http://schemas.microsoft.com/office/drawing/2014/main" id="{0466FA6E-5FB0-4A32-98C6-35FB869CD15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99" t="8609" r="5485" b="7288"/>
            <a:stretch/>
          </p:blipFill>
          <p:spPr bwMode="auto">
            <a:xfrm>
              <a:off x="3791406" y="2120659"/>
              <a:ext cx="1085977" cy="1848201"/>
            </a:xfrm>
            <a:custGeom>
              <a:avLst/>
              <a:gdLst>
                <a:gd name="connsiteX0" fmla="*/ 476633 w 1085977"/>
                <a:gd name="connsiteY0" fmla="*/ 0 h 1848201"/>
                <a:gd name="connsiteX1" fmla="*/ 1085977 w 1085977"/>
                <a:gd name="connsiteY1" fmla="*/ 485936 h 1848201"/>
                <a:gd name="connsiteX2" fmla="*/ 1021233 w 1085977"/>
                <a:gd name="connsiteY2" fmla="*/ 572517 h 1848201"/>
                <a:gd name="connsiteX3" fmla="*/ 784418 w 1085977"/>
                <a:gd name="connsiteY3" fmla="*/ 1347796 h 1848201"/>
                <a:gd name="connsiteX4" fmla="*/ 812589 w 1085977"/>
                <a:gd name="connsiteY4" fmla="*/ 1627251 h 1848201"/>
                <a:gd name="connsiteX5" fmla="*/ 824244 w 1085977"/>
                <a:gd name="connsiteY5" fmla="*/ 1672580 h 1848201"/>
                <a:gd name="connsiteX6" fmla="*/ 54793 w 1085977"/>
                <a:gd name="connsiteY6" fmla="*/ 1848201 h 1848201"/>
                <a:gd name="connsiteX7" fmla="*/ 476633 w 1085977"/>
                <a:gd name="connsiteY7" fmla="*/ 0 h 184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85977" h="1848201">
                  <a:moveTo>
                    <a:pt x="476633" y="0"/>
                  </a:moveTo>
                  <a:lnTo>
                    <a:pt x="1085977" y="485936"/>
                  </a:lnTo>
                  <a:lnTo>
                    <a:pt x="1021233" y="572517"/>
                  </a:lnTo>
                  <a:cubicBezTo>
                    <a:pt x="871721" y="793825"/>
                    <a:pt x="784418" y="1060615"/>
                    <a:pt x="784418" y="1347796"/>
                  </a:cubicBezTo>
                  <a:cubicBezTo>
                    <a:pt x="784418" y="1443524"/>
                    <a:pt x="794118" y="1536985"/>
                    <a:pt x="812589" y="1627251"/>
                  </a:cubicBezTo>
                  <a:lnTo>
                    <a:pt x="824244" y="1672580"/>
                  </a:lnTo>
                  <a:lnTo>
                    <a:pt x="54793" y="1848201"/>
                  </a:lnTo>
                  <a:cubicBezTo>
                    <a:pt x="-93145" y="1200040"/>
                    <a:pt x="62119" y="519786"/>
                    <a:pt x="476633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Kép 4">
              <a:extLst>
                <a:ext uri="{FF2B5EF4-FFF2-40B4-BE49-F238E27FC236}">
                  <a16:creationId xmlns:a16="http://schemas.microsoft.com/office/drawing/2014/main" id="{9441F4E2-DF7E-4136-B468-6495DC3F4FF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0" t="5108" r="-2586" b="13991"/>
            <a:stretch/>
          </p:blipFill>
          <p:spPr>
            <a:xfrm>
              <a:off x="6096000" y="1249266"/>
              <a:ext cx="1707997" cy="1322031"/>
            </a:xfrm>
            <a:custGeom>
              <a:avLst/>
              <a:gdLst>
                <a:gd name="connsiteX0" fmla="*/ 0 w 1707997"/>
                <a:gd name="connsiteY0" fmla="*/ 0 h 1322031"/>
                <a:gd name="connsiteX1" fmla="*/ 1707997 w 1707997"/>
                <a:gd name="connsiteY1" fmla="*/ 822529 h 1322031"/>
                <a:gd name="connsiteX2" fmla="*/ 1081641 w 1707997"/>
                <a:gd name="connsiteY2" fmla="*/ 1322031 h 1322031"/>
                <a:gd name="connsiteX3" fmla="*/ 1056415 w 1707997"/>
                <a:gd name="connsiteY3" fmla="*/ 1288297 h 1322031"/>
                <a:gd name="connsiteX4" fmla="*/ 128197 w 1707997"/>
                <a:gd name="connsiteY4" fmla="*/ 790850 h 1322031"/>
                <a:gd name="connsiteX5" fmla="*/ 0 w 1707997"/>
                <a:gd name="connsiteY5" fmla="*/ 784376 h 132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07997" h="1322031">
                  <a:moveTo>
                    <a:pt x="0" y="0"/>
                  </a:moveTo>
                  <a:cubicBezTo>
                    <a:pt x="664831" y="0"/>
                    <a:pt x="1293483" y="302742"/>
                    <a:pt x="1707997" y="822529"/>
                  </a:cubicBezTo>
                  <a:lnTo>
                    <a:pt x="1081641" y="1322031"/>
                  </a:lnTo>
                  <a:lnTo>
                    <a:pt x="1056415" y="1288297"/>
                  </a:lnTo>
                  <a:cubicBezTo>
                    <a:pt x="830345" y="1014363"/>
                    <a:pt x="501113" y="828721"/>
                    <a:pt x="128197" y="790850"/>
                  </a:cubicBezTo>
                  <a:lnTo>
                    <a:pt x="0" y="784376"/>
                  </a:lnTo>
                  <a:close/>
                </a:path>
              </a:pathLst>
            </a:custGeom>
          </p:spPr>
        </p:pic>
        <p:pic>
          <p:nvPicPr>
            <p:cNvPr id="6" name="Kép 5" descr="https://i.pinimg.com/736x/39/2c/f4/392cf408ba0887f854a028a252428fcb.jpg">
              <a:extLst>
                <a:ext uri="{FF2B5EF4-FFF2-40B4-BE49-F238E27FC236}">
                  <a16:creationId xmlns:a16="http://schemas.microsoft.com/office/drawing/2014/main" id="{1FAD248B-6BA3-43EB-8B35-6D70C5539F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653" t="20629" r="17860" b="20403"/>
            <a:stretch/>
          </p:blipFill>
          <p:spPr bwMode="auto">
            <a:xfrm>
              <a:off x="3877222" y="3848572"/>
              <a:ext cx="1531800" cy="1657767"/>
            </a:xfrm>
            <a:custGeom>
              <a:avLst/>
              <a:gdLst>
                <a:gd name="connsiteX0" fmla="*/ 769451 w 1531800"/>
                <a:gd name="connsiteY0" fmla="*/ 0 h 1657767"/>
                <a:gd name="connsiteX1" fmla="*/ 791965 w 1531800"/>
                <a:gd name="connsiteY1" fmla="*/ 87559 h 1657767"/>
                <a:gd name="connsiteX2" fmla="*/ 1455307 w 1531800"/>
                <a:gd name="connsiteY2" fmla="*/ 894491 h 1657767"/>
                <a:gd name="connsiteX3" fmla="*/ 1531800 w 1531800"/>
                <a:gd name="connsiteY3" fmla="*/ 931340 h 1657767"/>
                <a:gd name="connsiteX4" fmla="*/ 1181970 w 1531800"/>
                <a:gd name="connsiteY4" fmla="*/ 1657767 h 1657767"/>
                <a:gd name="connsiteX5" fmla="*/ 0 w 1531800"/>
                <a:gd name="connsiteY5" fmla="*/ 175622 h 1657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1800" h="1657767">
                  <a:moveTo>
                    <a:pt x="769451" y="0"/>
                  </a:moveTo>
                  <a:lnTo>
                    <a:pt x="791965" y="87559"/>
                  </a:lnTo>
                  <a:cubicBezTo>
                    <a:pt x="900004" y="434916"/>
                    <a:pt x="1140944" y="723718"/>
                    <a:pt x="1455307" y="894491"/>
                  </a:cubicBezTo>
                  <a:lnTo>
                    <a:pt x="1531800" y="931340"/>
                  </a:lnTo>
                  <a:lnTo>
                    <a:pt x="1181970" y="1657767"/>
                  </a:lnTo>
                  <a:cubicBezTo>
                    <a:pt x="582979" y="1369307"/>
                    <a:pt x="147938" y="823785"/>
                    <a:pt x="0" y="175622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Kép 6" descr="Történetpin képe">
              <a:extLst>
                <a:ext uri="{FF2B5EF4-FFF2-40B4-BE49-F238E27FC236}">
                  <a16:creationId xmlns:a16="http://schemas.microsoft.com/office/drawing/2014/main" id="{26C20B32-12E4-48E6-BCA6-9F6D39A2792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6" t="32848" r="41171" b="38181"/>
            <a:stretch/>
          </p:blipFill>
          <p:spPr bwMode="auto">
            <a:xfrm>
              <a:off x="5108551" y="4807757"/>
              <a:ext cx="1895687" cy="953377"/>
            </a:xfrm>
            <a:custGeom>
              <a:avLst/>
              <a:gdLst>
                <a:gd name="connsiteX0" fmla="*/ 1540762 w 1895687"/>
                <a:gd name="connsiteY0" fmla="*/ 0 h 953377"/>
                <a:gd name="connsiteX1" fmla="*/ 1895687 w 1895687"/>
                <a:gd name="connsiteY1" fmla="*/ 737056 h 953377"/>
                <a:gd name="connsiteX2" fmla="*/ 0 w 1895687"/>
                <a:gd name="connsiteY2" fmla="*/ 737033 h 953377"/>
                <a:gd name="connsiteX3" fmla="*/ 349830 w 1895687"/>
                <a:gd name="connsiteY3" fmla="*/ 10604 h 953377"/>
                <a:gd name="connsiteX4" fmla="*/ 394549 w 1895687"/>
                <a:gd name="connsiteY4" fmla="*/ 32147 h 953377"/>
                <a:gd name="connsiteX5" fmla="*/ 934289 w 1895687"/>
                <a:gd name="connsiteY5" fmla="*/ 141115 h 953377"/>
                <a:gd name="connsiteX6" fmla="*/ 1474030 w 1895687"/>
                <a:gd name="connsiteY6" fmla="*/ 32147 h 9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95687" h="953377">
                  <a:moveTo>
                    <a:pt x="1540762" y="0"/>
                  </a:moveTo>
                  <a:lnTo>
                    <a:pt x="1895687" y="737056"/>
                  </a:lnTo>
                  <a:cubicBezTo>
                    <a:pt x="1296705" y="1025493"/>
                    <a:pt x="598976" y="1025484"/>
                    <a:pt x="0" y="737033"/>
                  </a:cubicBezTo>
                  <a:lnTo>
                    <a:pt x="349830" y="10604"/>
                  </a:lnTo>
                  <a:lnTo>
                    <a:pt x="394549" y="32147"/>
                  </a:lnTo>
                  <a:cubicBezTo>
                    <a:pt x="560444" y="102315"/>
                    <a:pt x="742835" y="141115"/>
                    <a:pt x="934289" y="141115"/>
                  </a:cubicBezTo>
                  <a:cubicBezTo>
                    <a:pt x="1125743" y="141115"/>
                    <a:pt x="1308135" y="102315"/>
                    <a:pt x="1474030" y="32147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Kép 7" descr="Történetpin képe">
              <a:extLst>
                <a:ext uri="{FF2B5EF4-FFF2-40B4-BE49-F238E27FC236}">
                  <a16:creationId xmlns:a16="http://schemas.microsoft.com/office/drawing/2014/main" id="{FDC5A214-F816-4F77-9B2A-EDD16A9DB00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66" t="29218" r="-794" b="8688"/>
            <a:stretch/>
          </p:blipFill>
          <p:spPr bwMode="auto">
            <a:xfrm>
              <a:off x="6713687" y="3842474"/>
              <a:ext cx="1536912" cy="1663621"/>
            </a:xfrm>
            <a:custGeom>
              <a:avLst/>
              <a:gdLst>
                <a:gd name="connsiteX0" fmla="*/ 741809 w 1536912"/>
                <a:gd name="connsiteY0" fmla="*/ 0 h 1663621"/>
                <a:gd name="connsiteX1" fmla="*/ 1536912 w 1536912"/>
                <a:gd name="connsiteY1" fmla="*/ 181478 h 1663621"/>
                <a:gd name="connsiteX2" fmla="*/ 354942 w 1536912"/>
                <a:gd name="connsiteY2" fmla="*/ 1663621 h 1663621"/>
                <a:gd name="connsiteX3" fmla="*/ 0 w 1536912"/>
                <a:gd name="connsiteY3" fmla="*/ 926575 h 1663621"/>
                <a:gd name="connsiteX4" fmla="*/ 54449 w 1536912"/>
                <a:gd name="connsiteY4" fmla="*/ 900345 h 1663621"/>
                <a:gd name="connsiteX5" fmla="*/ 717791 w 1536912"/>
                <a:gd name="connsiteY5" fmla="*/ 93413 h 1663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6912" h="1663621">
                  <a:moveTo>
                    <a:pt x="741809" y="0"/>
                  </a:moveTo>
                  <a:lnTo>
                    <a:pt x="1536912" y="181478"/>
                  </a:lnTo>
                  <a:cubicBezTo>
                    <a:pt x="1388973" y="829640"/>
                    <a:pt x="953934" y="1375162"/>
                    <a:pt x="354942" y="1663621"/>
                  </a:cubicBezTo>
                  <a:lnTo>
                    <a:pt x="0" y="926575"/>
                  </a:lnTo>
                  <a:lnTo>
                    <a:pt x="54449" y="900345"/>
                  </a:lnTo>
                  <a:cubicBezTo>
                    <a:pt x="368811" y="729573"/>
                    <a:pt x="609751" y="440770"/>
                    <a:pt x="717791" y="93413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Kép 8" descr="Történetpin képe">
              <a:extLst>
                <a:ext uri="{FF2B5EF4-FFF2-40B4-BE49-F238E27FC236}">
                  <a16:creationId xmlns:a16="http://schemas.microsoft.com/office/drawing/2014/main" id="{FE7A31AB-1E96-4D76-AF37-92E34B7275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07" t="-785" r="15979" b="785"/>
            <a:stretch/>
          </p:blipFill>
          <p:spPr bwMode="auto">
            <a:xfrm>
              <a:off x="7222813" y="2106144"/>
              <a:ext cx="1102988" cy="1848202"/>
            </a:xfrm>
            <a:custGeom>
              <a:avLst/>
              <a:gdLst>
                <a:gd name="connsiteX0" fmla="*/ 626356 w 1102988"/>
                <a:gd name="connsiteY0" fmla="*/ 0 h 1848202"/>
                <a:gd name="connsiteX1" fmla="*/ 1048196 w 1102988"/>
                <a:gd name="connsiteY1" fmla="*/ 1848202 h 1848202"/>
                <a:gd name="connsiteX2" fmla="*/ 253092 w 1102988"/>
                <a:gd name="connsiteY2" fmla="*/ 1666725 h 1848202"/>
                <a:gd name="connsiteX3" fmla="*/ 263242 w 1102988"/>
                <a:gd name="connsiteY3" fmla="*/ 1627250 h 1848202"/>
                <a:gd name="connsiteX4" fmla="*/ 291414 w 1102988"/>
                <a:gd name="connsiteY4" fmla="*/ 1347795 h 1848202"/>
                <a:gd name="connsiteX5" fmla="*/ 54598 w 1102988"/>
                <a:gd name="connsiteY5" fmla="*/ 572516 h 1848202"/>
                <a:gd name="connsiteX6" fmla="*/ 0 w 1102988"/>
                <a:gd name="connsiteY6" fmla="*/ 499503 h 1848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02988" h="1848202">
                  <a:moveTo>
                    <a:pt x="626356" y="0"/>
                  </a:moveTo>
                  <a:cubicBezTo>
                    <a:pt x="1040871" y="519786"/>
                    <a:pt x="1196134" y="1200041"/>
                    <a:pt x="1048196" y="1848202"/>
                  </a:cubicBezTo>
                  <a:lnTo>
                    <a:pt x="253092" y="1666725"/>
                  </a:lnTo>
                  <a:lnTo>
                    <a:pt x="263242" y="1627250"/>
                  </a:lnTo>
                  <a:cubicBezTo>
                    <a:pt x="281714" y="1536984"/>
                    <a:pt x="291414" y="1443523"/>
                    <a:pt x="291414" y="1347795"/>
                  </a:cubicBezTo>
                  <a:cubicBezTo>
                    <a:pt x="291414" y="1060614"/>
                    <a:pt x="204112" y="793824"/>
                    <a:pt x="54598" y="572516"/>
                  </a:cubicBezTo>
                  <a:lnTo>
                    <a:pt x="0" y="499503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Téglalap 9">
            <a:extLst>
              <a:ext uri="{FF2B5EF4-FFF2-40B4-BE49-F238E27FC236}">
                <a16:creationId xmlns:a16="http://schemas.microsoft.com/office/drawing/2014/main" id="{42FB012D-3D05-41BC-A22A-3F4A68CE41E1}"/>
              </a:ext>
            </a:extLst>
          </p:cNvPr>
          <p:cNvSpPr/>
          <p:nvPr/>
        </p:nvSpPr>
        <p:spPr>
          <a:xfrm>
            <a:off x="-25838" y="0"/>
            <a:ext cx="12382500" cy="8210550"/>
          </a:xfrm>
          <a:prstGeom prst="rect">
            <a:avLst/>
          </a:prstGeom>
          <a:solidFill>
            <a:schemeClr val="bg1">
              <a:alpha val="52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855549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69951E1C-5F00-4F06-BB3F-C45DA1CB3D77}"/>
              </a:ext>
            </a:extLst>
          </p:cNvPr>
          <p:cNvGrpSpPr/>
          <p:nvPr/>
        </p:nvGrpSpPr>
        <p:grpSpPr>
          <a:xfrm rot="15460119">
            <a:off x="-2267198" y="982960"/>
            <a:ext cx="4534395" cy="4526382"/>
            <a:chOff x="3791406" y="1234752"/>
            <a:chExt cx="4534395" cy="4526382"/>
          </a:xfrm>
        </p:grpSpPr>
        <p:pic>
          <p:nvPicPr>
            <p:cNvPr id="3" name="Kép 2">
              <a:extLst>
                <a:ext uri="{FF2B5EF4-FFF2-40B4-BE49-F238E27FC236}">
                  <a16:creationId xmlns:a16="http://schemas.microsoft.com/office/drawing/2014/main" id="{D48F2DFA-5173-4AA7-9CCE-74336E1A636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11" t="3110" r="4540" b="-404"/>
            <a:stretch/>
          </p:blipFill>
          <p:spPr>
            <a:xfrm>
              <a:off x="4302163" y="1234752"/>
              <a:ext cx="1707997" cy="1308464"/>
            </a:xfrm>
            <a:custGeom>
              <a:avLst/>
              <a:gdLst>
                <a:gd name="connsiteX0" fmla="*/ 1707997 w 1707997"/>
                <a:gd name="connsiteY0" fmla="*/ 0 h 1308464"/>
                <a:gd name="connsiteX1" fmla="*/ 1707997 w 1707997"/>
                <a:gd name="connsiteY1" fmla="*/ 784376 h 1308464"/>
                <a:gd name="connsiteX2" fmla="*/ 1694418 w 1707997"/>
                <a:gd name="connsiteY2" fmla="*/ 783691 h 1308464"/>
                <a:gd name="connsiteX3" fmla="*/ 624425 w 1707997"/>
                <a:gd name="connsiteY3" fmla="*/ 1288297 h 1308464"/>
                <a:gd name="connsiteX4" fmla="*/ 609345 w 1707997"/>
                <a:gd name="connsiteY4" fmla="*/ 1308464 h 1308464"/>
                <a:gd name="connsiteX5" fmla="*/ 0 w 1707997"/>
                <a:gd name="connsiteY5" fmla="*/ 822529 h 1308464"/>
                <a:gd name="connsiteX6" fmla="*/ 1707997 w 1707997"/>
                <a:gd name="connsiteY6" fmla="*/ 0 h 130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07997" h="1308464">
                  <a:moveTo>
                    <a:pt x="1707997" y="0"/>
                  </a:moveTo>
                  <a:lnTo>
                    <a:pt x="1707997" y="784376"/>
                  </a:lnTo>
                  <a:lnTo>
                    <a:pt x="1694418" y="783691"/>
                  </a:lnTo>
                  <a:cubicBezTo>
                    <a:pt x="1263647" y="783691"/>
                    <a:pt x="878754" y="980122"/>
                    <a:pt x="624425" y="1288297"/>
                  </a:cubicBezTo>
                  <a:lnTo>
                    <a:pt x="609345" y="1308464"/>
                  </a:lnTo>
                  <a:lnTo>
                    <a:pt x="0" y="822529"/>
                  </a:lnTo>
                  <a:cubicBezTo>
                    <a:pt x="414515" y="302743"/>
                    <a:pt x="1043166" y="0"/>
                    <a:pt x="1707997" y="0"/>
                  </a:cubicBezTo>
                  <a:close/>
                </a:path>
              </a:pathLst>
            </a:custGeom>
          </p:spPr>
        </p:pic>
        <p:pic>
          <p:nvPicPr>
            <p:cNvPr id="4" name="Kép 3" descr="https://i.pinimg.com/736x/a1/e8/81/a1e881d5e638be6ce6e13d3ff25d7058.jpg">
              <a:extLst>
                <a:ext uri="{FF2B5EF4-FFF2-40B4-BE49-F238E27FC236}">
                  <a16:creationId xmlns:a16="http://schemas.microsoft.com/office/drawing/2014/main" id="{0C8097F9-657B-4C6F-ACF7-EFD4362A01D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99" t="8609" r="5485" b="7288"/>
            <a:stretch/>
          </p:blipFill>
          <p:spPr bwMode="auto">
            <a:xfrm>
              <a:off x="3791406" y="2120659"/>
              <a:ext cx="1085977" cy="1848201"/>
            </a:xfrm>
            <a:custGeom>
              <a:avLst/>
              <a:gdLst>
                <a:gd name="connsiteX0" fmla="*/ 476633 w 1085977"/>
                <a:gd name="connsiteY0" fmla="*/ 0 h 1848201"/>
                <a:gd name="connsiteX1" fmla="*/ 1085977 w 1085977"/>
                <a:gd name="connsiteY1" fmla="*/ 485936 h 1848201"/>
                <a:gd name="connsiteX2" fmla="*/ 1021233 w 1085977"/>
                <a:gd name="connsiteY2" fmla="*/ 572517 h 1848201"/>
                <a:gd name="connsiteX3" fmla="*/ 784418 w 1085977"/>
                <a:gd name="connsiteY3" fmla="*/ 1347796 h 1848201"/>
                <a:gd name="connsiteX4" fmla="*/ 812589 w 1085977"/>
                <a:gd name="connsiteY4" fmla="*/ 1627251 h 1848201"/>
                <a:gd name="connsiteX5" fmla="*/ 824244 w 1085977"/>
                <a:gd name="connsiteY5" fmla="*/ 1672580 h 1848201"/>
                <a:gd name="connsiteX6" fmla="*/ 54793 w 1085977"/>
                <a:gd name="connsiteY6" fmla="*/ 1848201 h 1848201"/>
                <a:gd name="connsiteX7" fmla="*/ 476633 w 1085977"/>
                <a:gd name="connsiteY7" fmla="*/ 0 h 184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85977" h="1848201">
                  <a:moveTo>
                    <a:pt x="476633" y="0"/>
                  </a:moveTo>
                  <a:lnTo>
                    <a:pt x="1085977" y="485936"/>
                  </a:lnTo>
                  <a:lnTo>
                    <a:pt x="1021233" y="572517"/>
                  </a:lnTo>
                  <a:cubicBezTo>
                    <a:pt x="871721" y="793825"/>
                    <a:pt x="784418" y="1060615"/>
                    <a:pt x="784418" y="1347796"/>
                  </a:cubicBezTo>
                  <a:cubicBezTo>
                    <a:pt x="784418" y="1443524"/>
                    <a:pt x="794118" y="1536985"/>
                    <a:pt x="812589" y="1627251"/>
                  </a:cubicBezTo>
                  <a:lnTo>
                    <a:pt x="824244" y="1672580"/>
                  </a:lnTo>
                  <a:lnTo>
                    <a:pt x="54793" y="1848201"/>
                  </a:lnTo>
                  <a:cubicBezTo>
                    <a:pt x="-93145" y="1200040"/>
                    <a:pt x="62119" y="519786"/>
                    <a:pt x="476633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Kép 4">
              <a:extLst>
                <a:ext uri="{FF2B5EF4-FFF2-40B4-BE49-F238E27FC236}">
                  <a16:creationId xmlns:a16="http://schemas.microsoft.com/office/drawing/2014/main" id="{85375F5D-A151-4224-B0B1-CF5292A125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0" t="5108" r="-2586" b="13991"/>
            <a:stretch/>
          </p:blipFill>
          <p:spPr>
            <a:xfrm>
              <a:off x="6096000" y="1249266"/>
              <a:ext cx="1707997" cy="1322031"/>
            </a:xfrm>
            <a:custGeom>
              <a:avLst/>
              <a:gdLst>
                <a:gd name="connsiteX0" fmla="*/ 0 w 1707997"/>
                <a:gd name="connsiteY0" fmla="*/ 0 h 1322031"/>
                <a:gd name="connsiteX1" fmla="*/ 1707997 w 1707997"/>
                <a:gd name="connsiteY1" fmla="*/ 822529 h 1322031"/>
                <a:gd name="connsiteX2" fmla="*/ 1081641 w 1707997"/>
                <a:gd name="connsiteY2" fmla="*/ 1322031 h 1322031"/>
                <a:gd name="connsiteX3" fmla="*/ 1056415 w 1707997"/>
                <a:gd name="connsiteY3" fmla="*/ 1288297 h 1322031"/>
                <a:gd name="connsiteX4" fmla="*/ 128197 w 1707997"/>
                <a:gd name="connsiteY4" fmla="*/ 790850 h 1322031"/>
                <a:gd name="connsiteX5" fmla="*/ 0 w 1707997"/>
                <a:gd name="connsiteY5" fmla="*/ 784376 h 132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07997" h="1322031">
                  <a:moveTo>
                    <a:pt x="0" y="0"/>
                  </a:moveTo>
                  <a:cubicBezTo>
                    <a:pt x="664831" y="0"/>
                    <a:pt x="1293483" y="302742"/>
                    <a:pt x="1707997" y="822529"/>
                  </a:cubicBezTo>
                  <a:lnTo>
                    <a:pt x="1081641" y="1322031"/>
                  </a:lnTo>
                  <a:lnTo>
                    <a:pt x="1056415" y="1288297"/>
                  </a:lnTo>
                  <a:cubicBezTo>
                    <a:pt x="830345" y="1014363"/>
                    <a:pt x="501113" y="828721"/>
                    <a:pt x="128197" y="790850"/>
                  </a:cubicBezTo>
                  <a:lnTo>
                    <a:pt x="0" y="784376"/>
                  </a:lnTo>
                  <a:close/>
                </a:path>
              </a:pathLst>
            </a:custGeom>
          </p:spPr>
        </p:pic>
        <p:pic>
          <p:nvPicPr>
            <p:cNvPr id="6" name="Kép 5" descr="https://i.pinimg.com/736x/39/2c/f4/392cf408ba0887f854a028a252428fcb.jpg">
              <a:extLst>
                <a:ext uri="{FF2B5EF4-FFF2-40B4-BE49-F238E27FC236}">
                  <a16:creationId xmlns:a16="http://schemas.microsoft.com/office/drawing/2014/main" id="{04B0E065-A271-4979-8CFA-7C6446FDDA5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653" t="20629" r="17860" b="20403"/>
            <a:stretch/>
          </p:blipFill>
          <p:spPr bwMode="auto">
            <a:xfrm>
              <a:off x="3877222" y="3848572"/>
              <a:ext cx="1531800" cy="1657767"/>
            </a:xfrm>
            <a:custGeom>
              <a:avLst/>
              <a:gdLst>
                <a:gd name="connsiteX0" fmla="*/ 769451 w 1531800"/>
                <a:gd name="connsiteY0" fmla="*/ 0 h 1657767"/>
                <a:gd name="connsiteX1" fmla="*/ 791965 w 1531800"/>
                <a:gd name="connsiteY1" fmla="*/ 87559 h 1657767"/>
                <a:gd name="connsiteX2" fmla="*/ 1455307 w 1531800"/>
                <a:gd name="connsiteY2" fmla="*/ 894491 h 1657767"/>
                <a:gd name="connsiteX3" fmla="*/ 1531800 w 1531800"/>
                <a:gd name="connsiteY3" fmla="*/ 931340 h 1657767"/>
                <a:gd name="connsiteX4" fmla="*/ 1181970 w 1531800"/>
                <a:gd name="connsiteY4" fmla="*/ 1657767 h 1657767"/>
                <a:gd name="connsiteX5" fmla="*/ 0 w 1531800"/>
                <a:gd name="connsiteY5" fmla="*/ 175622 h 1657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1800" h="1657767">
                  <a:moveTo>
                    <a:pt x="769451" y="0"/>
                  </a:moveTo>
                  <a:lnTo>
                    <a:pt x="791965" y="87559"/>
                  </a:lnTo>
                  <a:cubicBezTo>
                    <a:pt x="900004" y="434916"/>
                    <a:pt x="1140944" y="723718"/>
                    <a:pt x="1455307" y="894491"/>
                  </a:cubicBezTo>
                  <a:lnTo>
                    <a:pt x="1531800" y="931340"/>
                  </a:lnTo>
                  <a:lnTo>
                    <a:pt x="1181970" y="1657767"/>
                  </a:lnTo>
                  <a:cubicBezTo>
                    <a:pt x="582979" y="1369307"/>
                    <a:pt x="147938" y="823785"/>
                    <a:pt x="0" y="175622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Kép 6" descr="Történetpin képe">
              <a:extLst>
                <a:ext uri="{FF2B5EF4-FFF2-40B4-BE49-F238E27FC236}">
                  <a16:creationId xmlns:a16="http://schemas.microsoft.com/office/drawing/2014/main" id="{09C1088C-D1CD-4C56-A127-F8918F78C52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6" t="32848" r="41171" b="38181"/>
            <a:stretch/>
          </p:blipFill>
          <p:spPr bwMode="auto">
            <a:xfrm>
              <a:off x="5108551" y="4807757"/>
              <a:ext cx="1895687" cy="953377"/>
            </a:xfrm>
            <a:custGeom>
              <a:avLst/>
              <a:gdLst>
                <a:gd name="connsiteX0" fmla="*/ 1540762 w 1895687"/>
                <a:gd name="connsiteY0" fmla="*/ 0 h 953377"/>
                <a:gd name="connsiteX1" fmla="*/ 1895687 w 1895687"/>
                <a:gd name="connsiteY1" fmla="*/ 737056 h 953377"/>
                <a:gd name="connsiteX2" fmla="*/ 0 w 1895687"/>
                <a:gd name="connsiteY2" fmla="*/ 737033 h 953377"/>
                <a:gd name="connsiteX3" fmla="*/ 349830 w 1895687"/>
                <a:gd name="connsiteY3" fmla="*/ 10604 h 953377"/>
                <a:gd name="connsiteX4" fmla="*/ 394549 w 1895687"/>
                <a:gd name="connsiteY4" fmla="*/ 32147 h 953377"/>
                <a:gd name="connsiteX5" fmla="*/ 934289 w 1895687"/>
                <a:gd name="connsiteY5" fmla="*/ 141115 h 953377"/>
                <a:gd name="connsiteX6" fmla="*/ 1474030 w 1895687"/>
                <a:gd name="connsiteY6" fmla="*/ 32147 h 9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95687" h="953377">
                  <a:moveTo>
                    <a:pt x="1540762" y="0"/>
                  </a:moveTo>
                  <a:lnTo>
                    <a:pt x="1895687" y="737056"/>
                  </a:lnTo>
                  <a:cubicBezTo>
                    <a:pt x="1296705" y="1025493"/>
                    <a:pt x="598976" y="1025484"/>
                    <a:pt x="0" y="737033"/>
                  </a:cubicBezTo>
                  <a:lnTo>
                    <a:pt x="349830" y="10604"/>
                  </a:lnTo>
                  <a:lnTo>
                    <a:pt x="394549" y="32147"/>
                  </a:lnTo>
                  <a:cubicBezTo>
                    <a:pt x="560444" y="102315"/>
                    <a:pt x="742835" y="141115"/>
                    <a:pt x="934289" y="141115"/>
                  </a:cubicBezTo>
                  <a:cubicBezTo>
                    <a:pt x="1125743" y="141115"/>
                    <a:pt x="1308135" y="102315"/>
                    <a:pt x="1474030" y="32147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Kép 7" descr="Történetpin képe">
              <a:extLst>
                <a:ext uri="{FF2B5EF4-FFF2-40B4-BE49-F238E27FC236}">
                  <a16:creationId xmlns:a16="http://schemas.microsoft.com/office/drawing/2014/main" id="{EAC9DDA4-23EF-4FCB-BC2A-7F8B37E9D7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66" t="29218" r="-794" b="8688"/>
            <a:stretch/>
          </p:blipFill>
          <p:spPr bwMode="auto">
            <a:xfrm>
              <a:off x="6713687" y="3842474"/>
              <a:ext cx="1536912" cy="1663621"/>
            </a:xfrm>
            <a:custGeom>
              <a:avLst/>
              <a:gdLst>
                <a:gd name="connsiteX0" fmla="*/ 741809 w 1536912"/>
                <a:gd name="connsiteY0" fmla="*/ 0 h 1663621"/>
                <a:gd name="connsiteX1" fmla="*/ 1536912 w 1536912"/>
                <a:gd name="connsiteY1" fmla="*/ 181478 h 1663621"/>
                <a:gd name="connsiteX2" fmla="*/ 354942 w 1536912"/>
                <a:gd name="connsiteY2" fmla="*/ 1663621 h 1663621"/>
                <a:gd name="connsiteX3" fmla="*/ 0 w 1536912"/>
                <a:gd name="connsiteY3" fmla="*/ 926575 h 1663621"/>
                <a:gd name="connsiteX4" fmla="*/ 54449 w 1536912"/>
                <a:gd name="connsiteY4" fmla="*/ 900345 h 1663621"/>
                <a:gd name="connsiteX5" fmla="*/ 717791 w 1536912"/>
                <a:gd name="connsiteY5" fmla="*/ 93413 h 1663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6912" h="1663621">
                  <a:moveTo>
                    <a:pt x="741809" y="0"/>
                  </a:moveTo>
                  <a:lnTo>
                    <a:pt x="1536912" y="181478"/>
                  </a:lnTo>
                  <a:cubicBezTo>
                    <a:pt x="1388973" y="829640"/>
                    <a:pt x="953934" y="1375162"/>
                    <a:pt x="354942" y="1663621"/>
                  </a:cubicBezTo>
                  <a:lnTo>
                    <a:pt x="0" y="926575"/>
                  </a:lnTo>
                  <a:lnTo>
                    <a:pt x="54449" y="900345"/>
                  </a:lnTo>
                  <a:cubicBezTo>
                    <a:pt x="368811" y="729573"/>
                    <a:pt x="609751" y="440770"/>
                    <a:pt x="717791" y="93413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Kép 8" descr="Történetpin képe">
              <a:extLst>
                <a:ext uri="{FF2B5EF4-FFF2-40B4-BE49-F238E27FC236}">
                  <a16:creationId xmlns:a16="http://schemas.microsoft.com/office/drawing/2014/main" id="{67C58566-36D4-4A5C-B0F5-9789D86622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07" t="-785" r="15979" b="785"/>
            <a:stretch/>
          </p:blipFill>
          <p:spPr bwMode="auto">
            <a:xfrm>
              <a:off x="7222813" y="2106144"/>
              <a:ext cx="1102988" cy="1848202"/>
            </a:xfrm>
            <a:custGeom>
              <a:avLst/>
              <a:gdLst>
                <a:gd name="connsiteX0" fmla="*/ 626356 w 1102988"/>
                <a:gd name="connsiteY0" fmla="*/ 0 h 1848202"/>
                <a:gd name="connsiteX1" fmla="*/ 1048196 w 1102988"/>
                <a:gd name="connsiteY1" fmla="*/ 1848202 h 1848202"/>
                <a:gd name="connsiteX2" fmla="*/ 253092 w 1102988"/>
                <a:gd name="connsiteY2" fmla="*/ 1666725 h 1848202"/>
                <a:gd name="connsiteX3" fmla="*/ 263242 w 1102988"/>
                <a:gd name="connsiteY3" fmla="*/ 1627250 h 1848202"/>
                <a:gd name="connsiteX4" fmla="*/ 291414 w 1102988"/>
                <a:gd name="connsiteY4" fmla="*/ 1347795 h 1848202"/>
                <a:gd name="connsiteX5" fmla="*/ 54598 w 1102988"/>
                <a:gd name="connsiteY5" fmla="*/ 572516 h 1848202"/>
                <a:gd name="connsiteX6" fmla="*/ 0 w 1102988"/>
                <a:gd name="connsiteY6" fmla="*/ 499503 h 1848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02988" h="1848202">
                  <a:moveTo>
                    <a:pt x="626356" y="0"/>
                  </a:moveTo>
                  <a:cubicBezTo>
                    <a:pt x="1040871" y="519786"/>
                    <a:pt x="1196134" y="1200041"/>
                    <a:pt x="1048196" y="1848202"/>
                  </a:cubicBezTo>
                  <a:lnTo>
                    <a:pt x="253092" y="1666725"/>
                  </a:lnTo>
                  <a:lnTo>
                    <a:pt x="263242" y="1627250"/>
                  </a:lnTo>
                  <a:cubicBezTo>
                    <a:pt x="281714" y="1536984"/>
                    <a:pt x="291414" y="1443523"/>
                    <a:pt x="291414" y="1347795"/>
                  </a:cubicBezTo>
                  <a:cubicBezTo>
                    <a:pt x="291414" y="1060614"/>
                    <a:pt x="204112" y="793824"/>
                    <a:pt x="54598" y="572516"/>
                  </a:cubicBezTo>
                  <a:lnTo>
                    <a:pt x="0" y="499503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Téglalap 9">
            <a:extLst>
              <a:ext uri="{FF2B5EF4-FFF2-40B4-BE49-F238E27FC236}">
                <a16:creationId xmlns:a16="http://schemas.microsoft.com/office/drawing/2014/main" id="{198BFCD6-1D9A-42A8-AE52-C75179F4C2DB}"/>
              </a:ext>
            </a:extLst>
          </p:cNvPr>
          <p:cNvSpPr/>
          <p:nvPr/>
        </p:nvSpPr>
        <p:spPr>
          <a:xfrm>
            <a:off x="-25838" y="0"/>
            <a:ext cx="12382500" cy="8210550"/>
          </a:xfrm>
          <a:prstGeom prst="rect">
            <a:avLst/>
          </a:prstGeom>
          <a:solidFill>
            <a:schemeClr val="bg1">
              <a:alpha val="52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406470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B96A4A10-189C-4CB4-ABB0-7A629ADF4E7E}"/>
              </a:ext>
            </a:extLst>
          </p:cNvPr>
          <p:cNvGrpSpPr/>
          <p:nvPr/>
        </p:nvGrpSpPr>
        <p:grpSpPr>
          <a:xfrm rot="18441131">
            <a:off x="-2267198" y="982960"/>
            <a:ext cx="4534395" cy="4526382"/>
            <a:chOff x="3791406" y="1234752"/>
            <a:chExt cx="4534395" cy="4526382"/>
          </a:xfrm>
        </p:grpSpPr>
        <p:pic>
          <p:nvPicPr>
            <p:cNvPr id="3" name="Kép 2">
              <a:extLst>
                <a:ext uri="{FF2B5EF4-FFF2-40B4-BE49-F238E27FC236}">
                  <a16:creationId xmlns:a16="http://schemas.microsoft.com/office/drawing/2014/main" id="{7DA250FF-367C-4144-AA4F-662F782210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11" t="3110" r="4540" b="-404"/>
            <a:stretch/>
          </p:blipFill>
          <p:spPr>
            <a:xfrm>
              <a:off x="4302163" y="1234752"/>
              <a:ext cx="1707997" cy="1308464"/>
            </a:xfrm>
            <a:custGeom>
              <a:avLst/>
              <a:gdLst>
                <a:gd name="connsiteX0" fmla="*/ 1707997 w 1707997"/>
                <a:gd name="connsiteY0" fmla="*/ 0 h 1308464"/>
                <a:gd name="connsiteX1" fmla="*/ 1707997 w 1707997"/>
                <a:gd name="connsiteY1" fmla="*/ 784376 h 1308464"/>
                <a:gd name="connsiteX2" fmla="*/ 1694418 w 1707997"/>
                <a:gd name="connsiteY2" fmla="*/ 783691 h 1308464"/>
                <a:gd name="connsiteX3" fmla="*/ 624425 w 1707997"/>
                <a:gd name="connsiteY3" fmla="*/ 1288297 h 1308464"/>
                <a:gd name="connsiteX4" fmla="*/ 609345 w 1707997"/>
                <a:gd name="connsiteY4" fmla="*/ 1308464 h 1308464"/>
                <a:gd name="connsiteX5" fmla="*/ 0 w 1707997"/>
                <a:gd name="connsiteY5" fmla="*/ 822529 h 1308464"/>
                <a:gd name="connsiteX6" fmla="*/ 1707997 w 1707997"/>
                <a:gd name="connsiteY6" fmla="*/ 0 h 130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07997" h="1308464">
                  <a:moveTo>
                    <a:pt x="1707997" y="0"/>
                  </a:moveTo>
                  <a:lnTo>
                    <a:pt x="1707997" y="784376"/>
                  </a:lnTo>
                  <a:lnTo>
                    <a:pt x="1694418" y="783691"/>
                  </a:lnTo>
                  <a:cubicBezTo>
                    <a:pt x="1263647" y="783691"/>
                    <a:pt x="878754" y="980122"/>
                    <a:pt x="624425" y="1288297"/>
                  </a:cubicBezTo>
                  <a:lnTo>
                    <a:pt x="609345" y="1308464"/>
                  </a:lnTo>
                  <a:lnTo>
                    <a:pt x="0" y="822529"/>
                  </a:lnTo>
                  <a:cubicBezTo>
                    <a:pt x="414515" y="302743"/>
                    <a:pt x="1043166" y="0"/>
                    <a:pt x="1707997" y="0"/>
                  </a:cubicBezTo>
                  <a:close/>
                </a:path>
              </a:pathLst>
            </a:custGeom>
          </p:spPr>
        </p:pic>
        <p:pic>
          <p:nvPicPr>
            <p:cNvPr id="4" name="Kép 3" descr="https://i.pinimg.com/736x/a1/e8/81/a1e881d5e638be6ce6e13d3ff25d7058.jpg">
              <a:extLst>
                <a:ext uri="{FF2B5EF4-FFF2-40B4-BE49-F238E27FC236}">
                  <a16:creationId xmlns:a16="http://schemas.microsoft.com/office/drawing/2014/main" id="{509ABB74-6E29-4463-A69A-2F39E2ED705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99" t="8609" r="5485" b="7288"/>
            <a:stretch/>
          </p:blipFill>
          <p:spPr bwMode="auto">
            <a:xfrm>
              <a:off x="3791406" y="2120659"/>
              <a:ext cx="1085977" cy="1848201"/>
            </a:xfrm>
            <a:custGeom>
              <a:avLst/>
              <a:gdLst>
                <a:gd name="connsiteX0" fmla="*/ 476633 w 1085977"/>
                <a:gd name="connsiteY0" fmla="*/ 0 h 1848201"/>
                <a:gd name="connsiteX1" fmla="*/ 1085977 w 1085977"/>
                <a:gd name="connsiteY1" fmla="*/ 485936 h 1848201"/>
                <a:gd name="connsiteX2" fmla="*/ 1021233 w 1085977"/>
                <a:gd name="connsiteY2" fmla="*/ 572517 h 1848201"/>
                <a:gd name="connsiteX3" fmla="*/ 784418 w 1085977"/>
                <a:gd name="connsiteY3" fmla="*/ 1347796 h 1848201"/>
                <a:gd name="connsiteX4" fmla="*/ 812589 w 1085977"/>
                <a:gd name="connsiteY4" fmla="*/ 1627251 h 1848201"/>
                <a:gd name="connsiteX5" fmla="*/ 824244 w 1085977"/>
                <a:gd name="connsiteY5" fmla="*/ 1672580 h 1848201"/>
                <a:gd name="connsiteX6" fmla="*/ 54793 w 1085977"/>
                <a:gd name="connsiteY6" fmla="*/ 1848201 h 1848201"/>
                <a:gd name="connsiteX7" fmla="*/ 476633 w 1085977"/>
                <a:gd name="connsiteY7" fmla="*/ 0 h 184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85977" h="1848201">
                  <a:moveTo>
                    <a:pt x="476633" y="0"/>
                  </a:moveTo>
                  <a:lnTo>
                    <a:pt x="1085977" y="485936"/>
                  </a:lnTo>
                  <a:lnTo>
                    <a:pt x="1021233" y="572517"/>
                  </a:lnTo>
                  <a:cubicBezTo>
                    <a:pt x="871721" y="793825"/>
                    <a:pt x="784418" y="1060615"/>
                    <a:pt x="784418" y="1347796"/>
                  </a:cubicBezTo>
                  <a:cubicBezTo>
                    <a:pt x="784418" y="1443524"/>
                    <a:pt x="794118" y="1536985"/>
                    <a:pt x="812589" y="1627251"/>
                  </a:cubicBezTo>
                  <a:lnTo>
                    <a:pt x="824244" y="1672580"/>
                  </a:lnTo>
                  <a:lnTo>
                    <a:pt x="54793" y="1848201"/>
                  </a:lnTo>
                  <a:cubicBezTo>
                    <a:pt x="-93145" y="1200040"/>
                    <a:pt x="62119" y="519786"/>
                    <a:pt x="476633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Kép 4">
              <a:extLst>
                <a:ext uri="{FF2B5EF4-FFF2-40B4-BE49-F238E27FC236}">
                  <a16:creationId xmlns:a16="http://schemas.microsoft.com/office/drawing/2014/main" id="{B78F6686-8DFE-4EF7-B28E-2EFC2291FD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0" t="5108" r="-2586" b="13991"/>
            <a:stretch/>
          </p:blipFill>
          <p:spPr>
            <a:xfrm>
              <a:off x="6096000" y="1249266"/>
              <a:ext cx="1707997" cy="1322031"/>
            </a:xfrm>
            <a:custGeom>
              <a:avLst/>
              <a:gdLst>
                <a:gd name="connsiteX0" fmla="*/ 0 w 1707997"/>
                <a:gd name="connsiteY0" fmla="*/ 0 h 1322031"/>
                <a:gd name="connsiteX1" fmla="*/ 1707997 w 1707997"/>
                <a:gd name="connsiteY1" fmla="*/ 822529 h 1322031"/>
                <a:gd name="connsiteX2" fmla="*/ 1081641 w 1707997"/>
                <a:gd name="connsiteY2" fmla="*/ 1322031 h 1322031"/>
                <a:gd name="connsiteX3" fmla="*/ 1056415 w 1707997"/>
                <a:gd name="connsiteY3" fmla="*/ 1288297 h 1322031"/>
                <a:gd name="connsiteX4" fmla="*/ 128197 w 1707997"/>
                <a:gd name="connsiteY4" fmla="*/ 790850 h 1322031"/>
                <a:gd name="connsiteX5" fmla="*/ 0 w 1707997"/>
                <a:gd name="connsiteY5" fmla="*/ 784376 h 132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07997" h="1322031">
                  <a:moveTo>
                    <a:pt x="0" y="0"/>
                  </a:moveTo>
                  <a:cubicBezTo>
                    <a:pt x="664831" y="0"/>
                    <a:pt x="1293483" y="302742"/>
                    <a:pt x="1707997" y="822529"/>
                  </a:cubicBezTo>
                  <a:lnTo>
                    <a:pt x="1081641" y="1322031"/>
                  </a:lnTo>
                  <a:lnTo>
                    <a:pt x="1056415" y="1288297"/>
                  </a:lnTo>
                  <a:cubicBezTo>
                    <a:pt x="830345" y="1014363"/>
                    <a:pt x="501113" y="828721"/>
                    <a:pt x="128197" y="790850"/>
                  </a:cubicBezTo>
                  <a:lnTo>
                    <a:pt x="0" y="784376"/>
                  </a:lnTo>
                  <a:close/>
                </a:path>
              </a:pathLst>
            </a:custGeom>
          </p:spPr>
        </p:pic>
        <p:pic>
          <p:nvPicPr>
            <p:cNvPr id="6" name="Kép 5" descr="https://i.pinimg.com/736x/39/2c/f4/392cf408ba0887f854a028a252428fcb.jpg">
              <a:extLst>
                <a:ext uri="{FF2B5EF4-FFF2-40B4-BE49-F238E27FC236}">
                  <a16:creationId xmlns:a16="http://schemas.microsoft.com/office/drawing/2014/main" id="{62F4C3A7-84F4-4AA0-98DC-3DE5354BDA8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653" t="20629" r="17860" b="20403"/>
            <a:stretch/>
          </p:blipFill>
          <p:spPr bwMode="auto">
            <a:xfrm>
              <a:off x="3877222" y="3848572"/>
              <a:ext cx="1531800" cy="1657767"/>
            </a:xfrm>
            <a:custGeom>
              <a:avLst/>
              <a:gdLst>
                <a:gd name="connsiteX0" fmla="*/ 769451 w 1531800"/>
                <a:gd name="connsiteY0" fmla="*/ 0 h 1657767"/>
                <a:gd name="connsiteX1" fmla="*/ 791965 w 1531800"/>
                <a:gd name="connsiteY1" fmla="*/ 87559 h 1657767"/>
                <a:gd name="connsiteX2" fmla="*/ 1455307 w 1531800"/>
                <a:gd name="connsiteY2" fmla="*/ 894491 h 1657767"/>
                <a:gd name="connsiteX3" fmla="*/ 1531800 w 1531800"/>
                <a:gd name="connsiteY3" fmla="*/ 931340 h 1657767"/>
                <a:gd name="connsiteX4" fmla="*/ 1181970 w 1531800"/>
                <a:gd name="connsiteY4" fmla="*/ 1657767 h 1657767"/>
                <a:gd name="connsiteX5" fmla="*/ 0 w 1531800"/>
                <a:gd name="connsiteY5" fmla="*/ 175622 h 1657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1800" h="1657767">
                  <a:moveTo>
                    <a:pt x="769451" y="0"/>
                  </a:moveTo>
                  <a:lnTo>
                    <a:pt x="791965" y="87559"/>
                  </a:lnTo>
                  <a:cubicBezTo>
                    <a:pt x="900004" y="434916"/>
                    <a:pt x="1140944" y="723718"/>
                    <a:pt x="1455307" y="894491"/>
                  </a:cubicBezTo>
                  <a:lnTo>
                    <a:pt x="1531800" y="931340"/>
                  </a:lnTo>
                  <a:lnTo>
                    <a:pt x="1181970" y="1657767"/>
                  </a:lnTo>
                  <a:cubicBezTo>
                    <a:pt x="582979" y="1369307"/>
                    <a:pt x="147938" y="823785"/>
                    <a:pt x="0" y="175622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Kép 6" descr="Történetpin képe">
              <a:extLst>
                <a:ext uri="{FF2B5EF4-FFF2-40B4-BE49-F238E27FC236}">
                  <a16:creationId xmlns:a16="http://schemas.microsoft.com/office/drawing/2014/main" id="{6256B48B-60B2-4B46-9B94-9F1A4E3829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6" t="32848" r="41171" b="38181"/>
            <a:stretch/>
          </p:blipFill>
          <p:spPr bwMode="auto">
            <a:xfrm>
              <a:off x="5108551" y="4807757"/>
              <a:ext cx="1895687" cy="953377"/>
            </a:xfrm>
            <a:custGeom>
              <a:avLst/>
              <a:gdLst>
                <a:gd name="connsiteX0" fmla="*/ 1540762 w 1895687"/>
                <a:gd name="connsiteY0" fmla="*/ 0 h 953377"/>
                <a:gd name="connsiteX1" fmla="*/ 1895687 w 1895687"/>
                <a:gd name="connsiteY1" fmla="*/ 737056 h 953377"/>
                <a:gd name="connsiteX2" fmla="*/ 0 w 1895687"/>
                <a:gd name="connsiteY2" fmla="*/ 737033 h 953377"/>
                <a:gd name="connsiteX3" fmla="*/ 349830 w 1895687"/>
                <a:gd name="connsiteY3" fmla="*/ 10604 h 953377"/>
                <a:gd name="connsiteX4" fmla="*/ 394549 w 1895687"/>
                <a:gd name="connsiteY4" fmla="*/ 32147 h 953377"/>
                <a:gd name="connsiteX5" fmla="*/ 934289 w 1895687"/>
                <a:gd name="connsiteY5" fmla="*/ 141115 h 953377"/>
                <a:gd name="connsiteX6" fmla="*/ 1474030 w 1895687"/>
                <a:gd name="connsiteY6" fmla="*/ 32147 h 95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95687" h="953377">
                  <a:moveTo>
                    <a:pt x="1540762" y="0"/>
                  </a:moveTo>
                  <a:lnTo>
                    <a:pt x="1895687" y="737056"/>
                  </a:lnTo>
                  <a:cubicBezTo>
                    <a:pt x="1296705" y="1025493"/>
                    <a:pt x="598976" y="1025484"/>
                    <a:pt x="0" y="737033"/>
                  </a:cubicBezTo>
                  <a:lnTo>
                    <a:pt x="349830" y="10604"/>
                  </a:lnTo>
                  <a:lnTo>
                    <a:pt x="394549" y="32147"/>
                  </a:lnTo>
                  <a:cubicBezTo>
                    <a:pt x="560444" y="102315"/>
                    <a:pt x="742835" y="141115"/>
                    <a:pt x="934289" y="141115"/>
                  </a:cubicBezTo>
                  <a:cubicBezTo>
                    <a:pt x="1125743" y="141115"/>
                    <a:pt x="1308135" y="102315"/>
                    <a:pt x="1474030" y="32147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Kép 7" descr="Történetpin képe">
              <a:extLst>
                <a:ext uri="{FF2B5EF4-FFF2-40B4-BE49-F238E27FC236}">
                  <a16:creationId xmlns:a16="http://schemas.microsoft.com/office/drawing/2014/main" id="{4E476483-5D8D-4027-9DE7-2663BFE9A9A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66" t="29218" r="-794" b="8688"/>
            <a:stretch/>
          </p:blipFill>
          <p:spPr bwMode="auto">
            <a:xfrm>
              <a:off x="6713687" y="3842474"/>
              <a:ext cx="1536912" cy="1663621"/>
            </a:xfrm>
            <a:custGeom>
              <a:avLst/>
              <a:gdLst>
                <a:gd name="connsiteX0" fmla="*/ 741809 w 1536912"/>
                <a:gd name="connsiteY0" fmla="*/ 0 h 1663621"/>
                <a:gd name="connsiteX1" fmla="*/ 1536912 w 1536912"/>
                <a:gd name="connsiteY1" fmla="*/ 181478 h 1663621"/>
                <a:gd name="connsiteX2" fmla="*/ 354942 w 1536912"/>
                <a:gd name="connsiteY2" fmla="*/ 1663621 h 1663621"/>
                <a:gd name="connsiteX3" fmla="*/ 0 w 1536912"/>
                <a:gd name="connsiteY3" fmla="*/ 926575 h 1663621"/>
                <a:gd name="connsiteX4" fmla="*/ 54449 w 1536912"/>
                <a:gd name="connsiteY4" fmla="*/ 900345 h 1663621"/>
                <a:gd name="connsiteX5" fmla="*/ 717791 w 1536912"/>
                <a:gd name="connsiteY5" fmla="*/ 93413 h 1663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6912" h="1663621">
                  <a:moveTo>
                    <a:pt x="741809" y="0"/>
                  </a:moveTo>
                  <a:lnTo>
                    <a:pt x="1536912" y="181478"/>
                  </a:lnTo>
                  <a:cubicBezTo>
                    <a:pt x="1388973" y="829640"/>
                    <a:pt x="953934" y="1375162"/>
                    <a:pt x="354942" y="1663621"/>
                  </a:cubicBezTo>
                  <a:lnTo>
                    <a:pt x="0" y="926575"/>
                  </a:lnTo>
                  <a:lnTo>
                    <a:pt x="54449" y="900345"/>
                  </a:lnTo>
                  <a:cubicBezTo>
                    <a:pt x="368811" y="729573"/>
                    <a:pt x="609751" y="440770"/>
                    <a:pt x="717791" y="93413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Kép 8" descr="Történetpin képe">
              <a:extLst>
                <a:ext uri="{FF2B5EF4-FFF2-40B4-BE49-F238E27FC236}">
                  <a16:creationId xmlns:a16="http://schemas.microsoft.com/office/drawing/2014/main" id="{4878CA91-3F58-4C12-A051-9CC36DAF15C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07" t="-785" r="15979" b="785"/>
            <a:stretch/>
          </p:blipFill>
          <p:spPr bwMode="auto">
            <a:xfrm>
              <a:off x="7222813" y="2106144"/>
              <a:ext cx="1102988" cy="1848202"/>
            </a:xfrm>
            <a:custGeom>
              <a:avLst/>
              <a:gdLst>
                <a:gd name="connsiteX0" fmla="*/ 626356 w 1102988"/>
                <a:gd name="connsiteY0" fmla="*/ 0 h 1848202"/>
                <a:gd name="connsiteX1" fmla="*/ 1048196 w 1102988"/>
                <a:gd name="connsiteY1" fmla="*/ 1848202 h 1848202"/>
                <a:gd name="connsiteX2" fmla="*/ 253092 w 1102988"/>
                <a:gd name="connsiteY2" fmla="*/ 1666725 h 1848202"/>
                <a:gd name="connsiteX3" fmla="*/ 263242 w 1102988"/>
                <a:gd name="connsiteY3" fmla="*/ 1627250 h 1848202"/>
                <a:gd name="connsiteX4" fmla="*/ 291414 w 1102988"/>
                <a:gd name="connsiteY4" fmla="*/ 1347795 h 1848202"/>
                <a:gd name="connsiteX5" fmla="*/ 54598 w 1102988"/>
                <a:gd name="connsiteY5" fmla="*/ 572516 h 1848202"/>
                <a:gd name="connsiteX6" fmla="*/ 0 w 1102988"/>
                <a:gd name="connsiteY6" fmla="*/ 499503 h 1848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02988" h="1848202">
                  <a:moveTo>
                    <a:pt x="626356" y="0"/>
                  </a:moveTo>
                  <a:cubicBezTo>
                    <a:pt x="1040871" y="519786"/>
                    <a:pt x="1196134" y="1200041"/>
                    <a:pt x="1048196" y="1848202"/>
                  </a:cubicBezTo>
                  <a:lnTo>
                    <a:pt x="253092" y="1666725"/>
                  </a:lnTo>
                  <a:lnTo>
                    <a:pt x="263242" y="1627250"/>
                  </a:lnTo>
                  <a:cubicBezTo>
                    <a:pt x="281714" y="1536984"/>
                    <a:pt x="291414" y="1443523"/>
                    <a:pt x="291414" y="1347795"/>
                  </a:cubicBezTo>
                  <a:cubicBezTo>
                    <a:pt x="291414" y="1060614"/>
                    <a:pt x="204112" y="793824"/>
                    <a:pt x="54598" y="572516"/>
                  </a:cubicBezTo>
                  <a:lnTo>
                    <a:pt x="0" y="499503"/>
                  </a:ln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Téglalap 9">
            <a:extLst>
              <a:ext uri="{FF2B5EF4-FFF2-40B4-BE49-F238E27FC236}">
                <a16:creationId xmlns:a16="http://schemas.microsoft.com/office/drawing/2014/main" id="{F81D6666-9BDD-4B03-8C7F-FB9C5503E5E3}"/>
              </a:ext>
            </a:extLst>
          </p:cNvPr>
          <p:cNvSpPr/>
          <p:nvPr/>
        </p:nvSpPr>
        <p:spPr>
          <a:xfrm>
            <a:off x="0" y="0"/>
            <a:ext cx="12382500" cy="8210550"/>
          </a:xfrm>
          <a:prstGeom prst="rect">
            <a:avLst/>
          </a:prstGeom>
          <a:solidFill>
            <a:schemeClr val="bg1">
              <a:alpha val="52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01306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15</Words>
  <Application>Microsoft Office PowerPoint</Application>
  <PresentationFormat>Szélesvásznú</PresentationFormat>
  <Paragraphs>6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Office-téma</vt:lpstr>
      <vt:lpstr>Villám Meló 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Viszgaremek bemutató</dc:title>
  <dc:creator>Hencsey Dorina</dc:creator>
  <cp:lastModifiedBy>Hencsey Dorina</cp:lastModifiedBy>
  <cp:revision>20</cp:revision>
  <dcterms:created xsi:type="dcterms:W3CDTF">2026-03-23T10:13:31Z</dcterms:created>
  <dcterms:modified xsi:type="dcterms:W3CDTF">2026-03-24T11:20:10Z</dcterms:modified>
</cp:coreProperties>
</file>