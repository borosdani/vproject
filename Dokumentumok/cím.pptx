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24BC43-D9B7-47B1-A5F2-D65157659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B958DF1-4F40-4CBD-A7A2-0BB9A7E18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1BDB11F-D40F-4637-BDFA-549874D8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563D29-DAB2-4235-8220-362885F6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E441F74-D055-4856-A9C0-2DC3E779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996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99E7501-B923-405B-9347-CD2E4CD4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544F37-E238-482C-9497-254CE430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DD2E20D-39DC-4056-8027-F475FE1C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D25BC3B-1E92-4998-AA5F-3B9BB6CA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A54DDD0-5414-4772-9853-C0A3EC1F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851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7FCA27-ABE7-41AE-B45E-A39F9B3A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F2F1455-1146-4E7B-8E8C-B8655F31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331F9D-B11B-473A-8964-433031A2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188AC13-E099-4490-9FCC-74C06B78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D13469-DECE-40C3-AC98-8F52AF97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2522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72C2F23-1B0C-4718-97B2-94EF1DDD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4E61D7-6895-4327-BA02-B1E786AD5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E7BDFEB-8374-4D96-B7C1-0DC585E33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5DF8DEB-3EFF-4E27-87A1-0744C2AB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5EE1294-1D05-4238-82C4-F6BE45DCD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F979A4-21C0-4240-BED3-F7E1399E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697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787AC0-CD95-4EE3-B5C3-16E147C1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0F93B5E-106D-4385-8BFD-AC423FD5A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B86A02E-4CBC-4773-86C8-D4E333615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3B728B0-88AE-4B4F-895D-3E0C31C01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C8BD5F0-946C-42A3-A8FA-00B4BB072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AAF01CB-B801-404B-B97C-A78135C5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7F294D6-7C75-4262-B5D1-E6DF7547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E0D2C2D-86DA-4ED2-8FC7-AC133DC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843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BDABD2-D533-4FC7-AE75-584454072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18242A9-6843-4B83-B0EB-B3008D81B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A488A0CE-D0FD-4A6D-A486-07FF0D30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07EF9DE-1BA8-44AA-B3EE-29A5AFC6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103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4EBCEFD-52F2-4A37-A1A4-93D596B3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CD11FDB-7810-410F-8140-A6380DFC2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2A2DF0A-1FAE-4B67-99B7-38F524B6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3025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9F68E7-674D-4B92-8F35-4268B509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61AD8C-62A1-4AF8-978C-4D1952AD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D35994F-8DA8-4E88-96FC-7CFCD5601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99AE657-8585-4135-8921-89315FAA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56F6F6-D7A4-462E-B116-BC1DDA9B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5822D9E-21E2-4E27-ABC8-A0C2BEC2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553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337116-32F3-4E12-9C2E-C4A20091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C5BA61D-55F9-4F72-8CDB-0A624B794B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6727401-45A5-428B-82AF-1676666B7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0DD7C55-55BE-418B-837F-9C4785DB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5AD76BA-1960-43EC-90BF-1CF17595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3B0AEE5-613B-406D-A7A3-29C5DD96D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324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EE94C6-9527-46D5-A819-5A21E07C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7F80123-A5C8-42B9-95D3-5C6F0827D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754CAA-6705-474A-8126-CC58A135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1E14CB-65C0-4142-88E7-D8DFFF67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20135D2-4C15-4D36-AEB5-2C71D0E5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1184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9BDEF08-E3B0-4212-BEDB-377FF9082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9EBF9E2-1FA0-4173-A1C0-2F4C7ED3A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3B341E-E40B-42C1-A650-F62D6507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8FAFA0C-E28D-4C42-808E-439EBE7E8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A2B361-33C3-4F27-A7CD-63ADE9C1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98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EBD4559-1A2C-4C6B-84E0-1E864E1E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D2BE726-8937-44EC-8539-DA6DD22DA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5E4BC6-738C-404E-A62E-B3258094C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16147-4286-4EA3-A7A6-0076531D1571}" type="datetimeFigureOut">
              <a:rPr lang="hu-HU" smtClean="0"/>
              <a:t>2026.03.23.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9B2AA5-664D-41BE-9D68-5AA69C677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F9CE937-7A80-4B7F-AB68-45C9EF95F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EF222-06B9-4CFE-85CF-384B46B8136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596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1BE4A9-13CC-4502-AFFE-9A23A5473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3833"/>
            <a:ext cx="9144000" cy="2387600"/>
          </a:xfrm>
        </p:spPr>
        <p:txBody>
          <a:bodyPr/>
          <a:lstStyle/>
          <a:p>
            <a:r>
              <a:rPr lang="hu-HU" dirty="0"/>
              <a:t>cím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6662B72-8C30-4743-A806-94108AC8D5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730490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Csoportba foglalás 127">
            <a:extLst>
              <a:ext uri="{FF2B5EF4-FFF2-40B4-BE49-F238E27FC236}">
                <a16:creationId xmlns:a16="http://schemas.microsoft.com/office/drawing/2014/main" id="{98616988-23EE-479C-965E-A3A55AAAC7AB}"/>
              </a:ext>
            </a:extLst>
          </p:cNvPr>
          <p:cNvGrpSpPr/>
          <p:nvPr/>
        </p:nvGrpSpPr>
        <p:grpSpPr>
          <a:xfrm>
            <a:off x="2412256" y="1217022"/>
            <a:ext cx="4505659" cy="4511867"/>
            <a:chOff x="2412256" y="1217022"/>
            <a:chExt cx="4505659" cy="4511867"/>
          </a:xfrm>
        </p:grpSpPr>
        <p:sp>
          <p:nvSpPr>
            <p:cNvPr id="121" name="Szabadkézi sokszög: alakzat 120">
              <a:extLst>
                <a:ext uri="{FF2B5EF4-FFF2-40B4-BE49-F238E27FC236}">
                  <a16:creationId xmlns:a16="http://schemas.microsoft.com/office/drawing/2014/main" id="{1CFBC4FF-6837-4CFA-8B79-7E5869540A6C}"/>
                </a:ext>
              </a:extLst>
            </p:cNvPr>
            <p:cNvSpPr/>
            <p:nvPr/>
          </p:nvSpPr>
          <p:spPr>
            <a:xfrm>
              <a:off x="4688114" y="1217022"/>
              <a:ext cx="1707997" cy="1322031"/>
            </a:xfrm>
            <a:custGeom>
              <a:avLst/>
              <a:gdLst>
                <a:gd name="connsiteX0" fmla="*/ 0 w 1779324"/>
                <a:gd name="connsiteY0" fmla="*/ 0 h 1377240"/>
                <a:gd name="connsiteX1" fmla="*/ 1779324 w 1779324"/>
                <a:gd name="connsiteY1" fmla="*/ 856878 h 1377240"/>
                <a:gd name="connsiteX2" fmla="*/ 1126811 w 1779324"/>
                <a:gd name="connsiteY2" fmla="*/ 1377240 h 1377240"/>
                <a:gd name="connsiteX3" fmla="*/ 1100531 w 1779324"/>
                <a:gd name="connsiteY3" fmla="*/ 1342097 h 1377240"/>
                <a:gd name="connsiteX4" fmla="*/ 133550 w 1779324"/>
                <a:gd name="connsiteY4" fmla="*/ 823876 h 1377240"/>
                <a:gd name="connsiteX5" fmla="*/ 0 w 1779324"/>
                <a:gd name="connsiteY5" fmla="*/ 817132 h 137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9324" h="1377240">
                  <a:moveTo>
                    <a:pt x="0" y="0"/>
                  </a:moveTo>
                  <a:cubicBezTo>
                    <a:pt x="692595" y="0"/>
                    <a:pt x="1347499" y="315385"/>
                    <a:pt x="1779324" y="856878"/>
                  </a:cubicBezTo>
                  <a:lnTo>
                    <a:pt x="1126811" y="1377240"/>
                  </a:lnTo>
                  <a:lnTo>
                    <a:pt x="1100531" y="1342097"/>
                  </a:lnTo>
                  <a:cubicBezTo>
                    <a:pt x="865020" y="1056723"/>
                    <a:pt x="522040" y="863329"/>
                    <a:pt x="133550" y="823876"/>
                  </a:cubicBezTo>
                  <a:lnTo>
                    <a:pt x="0" y="81713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355105" tIns="467783" rIns="1018862" bIns="3366771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700" kern="1200" dirty="0"/>
            </a:p>
          </p:txBody>
        </p:sp>
        <p:sp>
          <p:nvSpPr>
            <p:cNvPr id="127" name="Szabadkézi sokszög: alakzat 126">
              <a:extLst>
                <a:ext uri="{FF2B5EF4-FFF2-40B4-BE49-F238E27FC236}">
                  <a16:creationId xmlns:a16="http://schemas.microsoft.com/office/drawing/2014/main" id="{CCF3DF8D-645E-4996-8676-9442D69A35CE}"/>
                </a:ext>
              </a:extLst>
            </p:cNvPr>
            <p:cNvSpPr/>
            <p:nvPr/>
          </p:nvSpPr>
          <p:spPr>
            <a:xfrm>
              <a:off x="5814927" y="2073900"/>
              <a:ext cx="1102988" cy="1848202"/>
            </a:xfrm>
            <a:custGeom>
              <a:avLst/>
              <a:gdLst>
                <a:gd name="connsiteX0" fmla="*/ 652513 w 1149049"/>
                <a:gd name="connsiteY0" fmla="*/ 0 h 1925384"/>
                <a:gd name="connsiteX1" fmla="*/ 1091969 w 1149049"/>
                <a:gd name="connsiteY1" fmla="*/ 1925384 h 1925384"/>
                <a:gd name="connsiteX2" fmla="*/ 263661 w 1149049"/>
                <a:gd name="connsiteY2" fmla="*/ 1736328 h 1925384"/>
                <a:gd name="connsiteX3" fmla="*/ 274235 w 1149049"/>
                <a:gd name="connsiteY3" fmla="*/ 1695205 h 1925384"/>
                <a:gd name="connsiteX4" fmla="*/ 303583 w 1149049"/>
                <a:gd name="connsiteY4" fmla="*/ 1404080 h 1925384"/>
                <a:gd name="connsiteX5" fmla="*/ 56878 w 1149049"/>
                <a:gd name="connsiteY5" fmla="*/ 596424 h 1925384"/>
                <a:gd name="connsiteX6" fmla="*/ 0 w 1149049"/>
                <a:gd name="connsiteY6" fmla="*/ 520362 h 1925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049" h="1925384">
                  <a:moveTo>
                    <a:pt x="652513" y="0"/>
                  </a:moveTo>
                  <a:cubicBezTo>
                    <a:pt x="1084338" y="541492"/>
                    <a:pt x="1246085" y="1250155"/>
                    <a:pt x="1091969" y="1925384"/>
                  </a:cubicBezTo>
                  <a:lnTo>
                    <a:pt x="263661" y="1736328"/>
                  </a:lnTo>
                  <a:lnTo>
                    <a:pt x="274235" y="1695205"/>
                  </a:lnTo>
                  <a:cubicBezTo>
                    <a:pt x="293478" y="1601169"/>
                    <a:pt x="303583" y="1503805"/>
                    <a:pt x="303583" y="1404080"/>
                  </a:cubicBezTo>
                  <a:cubicBezTo>
                    <a:pt x="303583" y="1104906"/>
                    <a:pt x="212635" y="826974"/>
                    <a:pt x="56878" y="596424"/>
                  </a:cubicBezTo>
                  <a:lnTo>
                    <a:pt x="0" y="52036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179233" tIns="1689100" rIns="177293" bIns="2149687" numCol="1" spcCol="1270" anchor="ctr" anchorCtr="0">
              <a:noAutofit/>
            </a:bodyPr>
            <a:lstStyle/>
            <a:p>
              <a:pPr marL="0" lvl="0" indent="0" algn="ctr" defTabSz="2222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5000" kern="1200"/>
            </a:p>
          </p:txBody>
        </p:sp>
        <p:sp>
          <p:nvSpPr>
            <p:cNvPr id="126" name="Szabadkézi sokszög: alakzat 125">
              <a:extLst>
                <a:ext uri="{FF2B5EF4-FFF2-40B4-BE49-F238E27FC236}">
                  <a16:creationId xmlns:a16="http://schemas.microsoft.com/office/drawing/2014/main" id="{528B320C-4F8D-49E7-8CDC-6586CFFC600A}"/>
                </a:ext>
              </a:extLst>
            </p:cNvPr>
            <p:cNvSpPr/>
            <p:nvPr/>
          </p:nvSpPr>
          <p:spPr>
            <a:xfrm>
              <a:off x="5305801" y="3810229"/>
              <a:ext cx="1536912" cy="1663621"/>
            </a:xfrm>
            <a:custGeom>
              <a:avLst/>
              <a:gdLst>
                <a:gd name="connsiteX0" fmla="*/ 772787 w 1601095"/>
                <a:gd name="connsiteY0" fmla="*/ 0 h 1733095"/>
                <a:gd name="connsiteX1" fmla="*/ 1601095 w 1601095"/>
                <a:gd name="connsiteY1" fmla="*/ 189056 h 1733095"/>
                <a:gd name="connsiteX2" fmla="*/ 369765 w 1601095"/>
                <a:gd name="connsiteY2" fmla="*/ 1733095 h 1733095"/>
                <a:gd name="connsiteX3" fmla="*/ 0 w 1601095"/>
                <a:gd name="connsiteY3" fmla="*/ 965269 h 1733095"/>
                <a:gd name="connsiteX4" fmla="*/ 56723 w 1601095"/>
                <a:gd name="connsiteY4" fmla="*/ 937944 h 1733095"/>
                <a:gd name="connsiteX5" fmla="*/ 747766 w 1601095"/>
                <a:gd name="connsiteY5" fmla="*/ 97314 h 173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1095" h="1733095">
                  <a:moveTo>
                    <a:pt x="772787" y="0"/>
                  </a:moveTo>
                  <a:lnTo>
                    <a:pt x="1601095" y="189056"/>
                  </a:lnTo>
                  <a:cubicBezTo>
                    <a:pt x="1446978" y="864286"/>
                    <a:pt x="993771" y="1432590"/>
                    <a:pt x="369765" y="1733095"/>
                  </a:cubicBezTo>
                  <a:lnTo>
                    <a:pt x="0" y="965269"/>
                  </a:lnTo>
                  <a:lnTo>
                    <a:pt x="56723" y="937944"/>
                  </a:lnTo>
                  <a:cubicBezTo>
                    <a:pt x="384213" y="760040"/>
                    <a:pt x="635215" y="459177"/>
                    <a:pt x="747766" y="97314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92120" tIns="2775373" rIns="499534" bIns="1041401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5200" kern="1200"/>
            </a:p>
          </p:txBody>
        </p:sp>
        <p:sp>
          <p:nvSpPr>
            <p:cNvPr id="125" name="Szabadkézi sokszög: alakzat 124">
              <a:extLst>
                <a:ext uri="{FF2B5EF4-FFF2-40B4-BE49-F238E27FC236}">
                  <a16:creationId xmlns:a16="http://schemas.microsoft.com/office/drawing/2014/main" id="{50D45ACF-64D2-4423-9241-13B5CFBAE137}"/>
                </a:ext>
              </a:extLst>
            </p:cNvPr>
            <p:cNvSpPr/>
            <p:nvPr/>
          </p:nvSpPr>
          <p:spPr>
            <a:xfrm>
              <a:off x="3700664" y="4775512"/>
              <a:ext cx="1895687" cy="953377"/>
            </a:xfrm>
            <a:custGeom>
              <a:avLst/>
              <a:gdLst>
                <a:gd name="connsiteX0" fmla="*/ 1605104 w 1974851"/>
                <a:gd name="connsiteY0" fmla="*/ 0 h 993190"/>
                <a:gd name="connsiteX1" fmla="*/ 1974851 w 1974851"/>
                <a:gd name="connsiteY1" fmla="*/ 767835 h 993190"/>
                <a:gd name="connsiteX2" fmla="*/ 0 w 1974851"/>
                <a:gd name="connsiteY2" fmla="*/ 767811 h 993190"/>
                <a:gd name="connsiteX3" fmla="*/ 364439 w 1974851"/>
                <a:gd name="connsiteY3" fmla="*/ 11047 h 993190"/>
                <a:gd name="connsiteX4" fmla="*/ 411025 w 1974851"/>
                <a:gd name="connsiteY4" fmla="*/ 33489 h 993190"/>
                <a:gd name="connsiteX5" fmla="*/ 973305 w 1974851"/>
                <a:gd name="connsiteY5" fmla="*/ 147008 h 993190"/>
                <a:gd name="connsiteX6" fmla="*/ 1535585 w 1974851"/>
                <a:gd name="connsiteY6" fmla="*/ 33489 h 99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74851" h="993190">
                  <a:moveTo>
                    <a:pt x="1605104" y="0"/>
                  </a:moveTo>
                  <a:lnTo>
                    <a:pt x="1974851" y="767835"/>
                  </a:lnTo>
                  <a:cubicBezTo>
                    <a:pt x="1350855" y="1068317"/>
                    <a:pt x="623989" y="1068308"/>
                    <a:pt x="0" y="767811"/>
                  </a:cubicBezTo>
                  <a:lnTo>
                    <a:pt x="364439" y="11047"/>
                  </a:lnTo>
                  <a:lnTo>
                    <a:pt x="411025" y="33489"/>
                  </a:lnTo>
                  <a:cubicBezTo>
                    <a:pt x="583848" y="106587"/>
                    <a:pt x="773856" y="147008"/>
                    <a:pt x="973305" y="147008"/>
                  </a:cubicBezTo>
                  <a:cubicBezTo>
                    <a:pt x="1172754" y="147008"/>
                    <a:pt x="1362763" y="106587"/>
                    <a:pt x="1535585" y="33489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732280" tIns="3642360" rIns="1732280" bIns="174414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5200" kern="1200"/>
            </a:p>
          </p:txBody>
        </p:sp>
        <p:sp>
          <p:nvSpPr>
            <p:cNvPr id="124" name="Szabadkézi sokszög: alakzat 123">
              <a:extLst>
                <a:ext uri="{FF2B5EF4-FFF2-40B4-BE49-F238E27FC236}">
                  <a16:creationId xmlns:a16="http://schemas.microsoft.com/office/drawing/2014/main" id="{235FB053-00C2-4550-A07D-813A40E7400C}"/>
                </a:ext>
              </a:extLst>
            </p:cNvPr>
            <p:cNvSpPr/>
            <p:nvPr/>
          </p:nvSpPr>
          <p:spPr>
            <a:xfrm>
              <a:off x="2469336" y="3816327"/>
              <a:ext cx="1531800" cy="1657767"/>
            </a:xfrm>
            <a:custGeom>
              <a:avLst/>
              <a:gdLst>
                <a:gd name="connsiteX0" fmla="*/ 801584 w 1595769"/>
                <a:gd name="connsiteY0" fmla="*/ 0 h 1726996"/>
                <a:gd name="connsiteX1" fmla="*/ 825038 w 1595769"/>
                <a:gd name="connsiteY1" fmla="*/ 91215 h 1726996"/>
                <a:gd name="connsiteX2" fmla="*/ 1516081 w 1595769"/>
                <a:gd name="connsiteY2" fmla="*/ 931845 h 1726996"/>
                <a:gd name="connsiteX3" fmla="*/ 1595769 w 1595769"/>
                <a:gd name="connsiteY3" fmla="*/ 970233 h 1726996"/>
                <a:gd name="connsiteX4" fmla="*/ 1231330 w 1595769"/>
                <a:gd name="connsiteY4" fmla="*/ 1726996 h 1726996"/>
                <a:gd name="connsiteX5" fmla="*/ 0 w 1595769"/>
                <a:gd name="connsiteY5" fmla="*/ 182956 h 1726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95769" h="1726996">
                  <a:moveTo>
                    <a:pt x="801584" y="0"/>
                  </a:moveTo>
                  <a:lnTo>
                    <a:pt x="825038" y="91215"/>
                  </a:lnTo>
                  <a:cubicBezTo>
                    <a:pt x="937589" y="453078"/>
                    <a:pt x="1188590" y="753941"/>
                    <a:pt x="1516081" y="931845"/>
                  </a:cubicBezTo>
                  <a:lnTo>
                    <a:pt x="1595769" y="970233"/>
                  </a:lnTo>
                  <a:lnTo>
                    <a:pt x="1231330" y="1726996"/>
                  </a:lnTo>
                  <a:cubicBezTo>
                    <a:pt x="607324" y="1426490"/>
                    <a:pt x="154116" y="858186"/>
                    <a:pt x="0" y="182956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9533" tIns="2775373" rIns="2992121" bIns="1041401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5200" kern="1200"/>
            </a:p>
          </p:txBody>
        </p:sp>
        <p:sp>
          <p:nvSpPr>
            <p:cNvPr id="123" name="Szabadkézi sokszög: alakzat 122">
              <a:extLst>
                <a:ext uri="{FF2B5EF4-FFF2-40B4-BE49-F238E27FC236}">
                  <a16:creationId xmlns:a16="http://schemas.microsoft.com/office/drawing/2014/main" id="{9050C7F0-3ECA-4405-8CE0-534582362911}"/>
                </a:ext>
              </a:extLst>
            </p:cNvPr>
            <p:cNvSpPr/>
            <p:nvPr/>
          </p:nvSpPr>
          <p:spPr>
            <a:xfrm>
              <a:off x="2412256" y="2088414"/>
              <a:ext cx="1085976" cy="1848201"/>
            </a:xfrm>
            <a:custGeom>
              <a:avLst/>
              <a:gdLst>
                <a:gd name="connsiteX0" fmla="*/ 496536 w 1131327"/>
                <a:gd name="connsiteY0" fmla="*/ 0 h 1925383"/>
                <a:gd name="connsiteX1" fmla="*/ 1131327 w 1131327"/>
                <a:gd name="connsiteY1" fmla="*/ 506229 h 1925383"/>
                <a:gd name="connsiteX2" fmla="*/ 1063879 w 1131327"/>
                <a:gd name="connsiteY2" fmla="*/ 596425 h 1925383"/>
                <a:gd name="connsiteX3" fmla="*/ 817174 w 1131327"/>
                <a:gd name="connsiteY3" fmla="*/ 1404081 h 1925383"/>
                <a:gd name="connsiteX4" fmla="*/ 846522 w 1131327"/>
                <a:gd name="connsiteY4" fmla="*/ 1695206 h 1925383"/>
                <a:gd name="connsiteX5" fmla="*/ 858664 w 1131327"/>
                <a:gd name="connsiteY5" fmla="*/ 1742428 h 1925383"/>
                <a:gd name="connsiteX6" fmla="*/ 57080 w 1131327"/>
                <a:gd name="connsiteY6" fmla="*/ 1925383 h 1925383"/>
                <a:gd name="connsiteX7" fmla="*/ 496536 w 1131327"/>
                <a:gd name="connsiteY7" fmla="*/ 0 h 192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1327" h="1925383">
                  <a:moveTo>
                    <a:pt x="496536" y="0"/>
                  </a:moveTo>
                  <a:lnTo>
                    <a:pt x="1131327" y="506229"/>
                  </a:lnTo>
                  <a:lnTo>
                    <a:pt x="1063879" y="596425"/>
                  </a:lnTo>
                  <a:cubicBezTo>
                    <a:pt x="908123" y="826975"/>
                    <a:pt x="817174" y="1104907"/>
                    <a:pt x="817174" y="1404081"/>
                  </a:cubicBezTo>
                  <a:cubicBezTo>
                    <a:pt x="817174" y="1503806"/>
                    <a:pt x="827280" y="1601170"/>
                    <a:pt x="846522" y="1695206"/>
                  </a:cubicBezTo>
                  <a:lnTo>
                    <a:pt x="858664" y="1742428"/>
                  </a:lnTo>
                  <a:lnTo>
                    <a:pt x="57080" y="1925383"/>
                  </a:lnTo>
                  <a:cubicBezTo>
                    <a:pt x="-97036" y="1250154"/>
                    <a:pt x="64712" y="541492"/>
                    <a:pt x="496536" y="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0622" tIns="1662430" rIns="3152564" bIns="2123017" numCol="1" spcCol="1270" anchor="ctr" anchorCtr="0">
              <a:noAutofit/>
            </a:bodyPr>
            <a:lstStyle/>
            <a:p>
              <a:pPr marL="0" lvl="0" indent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900" kern="1200"/>
            </a:p>
          </p:txBody>
        </p:sp>
        <p:sp>
          <p:nvSpPr>
            <p:cNvPr id="122" name="Szabadkézi sokszög: alakzat 121">
              <a:extLst>
                <a:ext uri="{FF2B5EF4-FFF2-40B4-BE49-F238E27FC236}">
                  <a16:creationId xmlns:a16="http://schemas.microsoft.com/office/drawing/2014/main" id="{C18CDB20-A313-46E8-B998-177CDBF7894A}"/>
                </a:ext>
              </a:extLst>
            </p:cNvPr>
            <p:cNvSpPr/>
            <p:nvPr/>
          </p:nvSpPr>
          <p:spPr>
            <a:xfrm>
              <a:off x="2908790" y="1217022"/>
              <a:ext cx="1707997" cy="1308464"/>
            </a:xfrm>
            <a:custGeom>
              <a:avLst/>
              <a:gdLst>
                <a:gd name="connsiteX0" fmla="*/ 1779324 w 1779324"/>
                <a:gd name="connsiteY0" fmla="*/ 0 h 1363106"/>
                <a:gd name="connsiteX1" fmla="*/ 1779324 w 1779324"/>
                <a:gd name="connsiteY1" fmla="*/ 817132 h 1363106"/>
                <a:gd name="connsiteX2" fmla="*/ 1765178 w 1779324"/>
                <a:gd name="connsiteY2" fmla="*/ 816418 h 1363106"/>
                <a:gd name="connsiteX3" fmla="*/ 650501 w 1779324"/>
                <a:gd name="connsiteY3" fmla="*/ 1342097 h 1363106"/>
                <a:gd name="connsiteX4" fmla="*/ 634791 w 1779324"/>
                <a:gd name="connsiteY4" fmla="*/ 1363106 h 1363106"/>
                <a:gd name="connsiteX5" fmla="*/ 0 w 1779324"/>
                <a:gd name="connsiteY5" fmla="*/ 856878 h 1363106"/>
                <a:gd name="connsiteX6" fmla="*/ 1779324 w 1779324"/>
                <a:gd name="connsiteY6" fmla="*/ 0 h 136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9324" h="1363106">
                  <a:moveTo>
                    <a:pt x="1779324" y="0"/>
                  </a:moveTo>
                  <a:lnTo>
                    <a:pt x="1779324" y="817132"/>
                  </a:lnTo>
                  <a:lnTo>
                    <a:pt x="1765178" y="816418"/>
                  </a:lnTo>
                  <a:cubicBezTo>
                    <a:pt x="1316417" y="816418"/>
                    <a:pt x="915451" y="1021052"/>
                    <a:pt x="650501" y="1342097"/>
                  </a:cubicBezTo>
                  <a:lnTo>
                    <a:pt x="634791" y="1363106"/>
                  </a:lnTo>
                  <a:lnTo>
                    <a:pt x="0" y="856878"/>
                  </a:lnTo>
                  <a:cubicBezTo>
                    <a:pt x="431825" y="315386"/>
                    <a:pt x="1086729" y="0"/>
                    <a:pt x="1779324" y="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20487" tIns="467783" rIns="2353480" bIns="3366771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hu-HU" sz="27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15372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Szélesvásznú</PresentationFormat>
  <Paragraphs>2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Office-téma</vt:lpstr>
      <vt:lpstr>cím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Viszgaremek bemutató</dc:title>
  <dc:creator>Hencsey Dorina</dc:creator>
  <cp:lastModifiedBy>Hencsey Dorina</cp:lastModifiedBy>
  <cp:revision>7</cp:revision>
  <dcterms:created xsi:type="dcterms:W3CDTF">2026-03-23T10:13:31Z</dcterms:created>
  <dcterms:modified xsi:type="dcterms:W3CDTF">2026-03-23T11:33:28Z</dcterms:modified>
</cp:coreProperties>
</file>