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94EB61-F3A1-4EAB-9FE9-C2BAA0BA08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61812BB-D2C3-491F-A97E-28B542473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B9FB2F1-E4BE-4B2B-A8C8-55E7FA5F4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DBEACA8-32FF-47CB-B61C-5788C5CA2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963897E-1798-4D59-8DBE-817FE9575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727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4CB0DA-74EB-45DF-80F9-812DDFB5B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541346-7FC8-4157-B791-BDA6DD13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73A7A8-D937-4559-BB37-663A2D6F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1774F90-E69A-4FFF-9782-E416969F4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FB8B2A1-3D72-4B19-88CB-6FD624A6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6633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DEF074D-89C7-4C6D-B060-6A4125AE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2E31B5F-8161-4588-B444-E8B3321B8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4189E8A-A6D9-45B7-A80C-E2D296471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DB5030C-0F74-407C-A46D-302B92582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AE375C4-B6EA-4BB8-9CB9-7F700F715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7327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9CDCF9-9E3E-4D6F-ACBB-72EA3EEE2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4AB6F8D-C321-47E0-A2EC-8A71E6DE04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0CC7F87-B5A0-462F-8F71-A5FB75959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68B5806-28B7-452C-BE09-EB96DBB29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B4759FF-E7C6-4EA8-A719-248049AC1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968A70C-42B0-49CE-AB20-3A9E1BFEE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7453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BA33BF-2146-4D46-8130-FE6417B9B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CA7C11D-ADFF-4F1D-994D-F5821C442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801062C-23AC-43CC-987C-5262A38AA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FD44CD3-63F2-4AEA-829F-BCE1EC651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9CD135A-E9A9-44DE-9316-C61B0A415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DCE332E-F869-4EF7-8032-AA179B588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1CBD0467-2880-4902-85AA-4A9625468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58439AA-788E-4513-BD2B-3B915235B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73889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122B96-E7BE-412F-B1F5-3D4B3506C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AAD2F0D-FAC2-4F50-86D6-4BFD740FF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D6C7616-70E4-4A01-92F2-2C2DE09E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822B10D-32E8-4AE9-ACFE-ABD919348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1849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7E85A7F-D7EE-4432-93AC-EB0B32D22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F68B7BC-A33E-4A29-A25B-2CDE36BB2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F95EF4A-0DF4-4D48-94DA-5A07E7091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792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48167E-A70B-433F-B4F0-98ED7CC9C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AE1643A-F5A9-4994-9697-C6EEBE2AF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6247BF7-39B2-4B2B-BC67-35C3EBA48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751FF3D-943B-407A-ABD8-997EA7533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09A5FA1-CCB8-4295-B7EC-39D526224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359DE9-930A-40A7-A58A-440CD760C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3796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BC4121-2676-46EE-B38B-2973D1B6D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37804B7-03BB-4713-8FE5-E42993B438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F344376-4E20-465D-8F1A-1F710356B2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2577DC-9226-47C7-ABD5-36B5A8A67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57779C-2F76-4B3D-93C1-98CE9B84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A8050A2-AFF9-4C0E-B473-619058827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3711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03DA8E-C17D-4C42-B0F4-B81038EA7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ED737BC-49F6-4023-89C9-B9EDFE2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9DADC01-63D0-4F32-8AFC-698EC766D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83B4E11-BA54-4FD2-8A5F-D5F5BD26E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033BE7-6A49-4B39-B5B5-36534CB1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581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B2A961D-AFC9-4EF4-8F35-2B3A204CD1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29CD66F-4E1C-4CE4-9AFD-E6C4B9D8EA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6A8E38-540E-4183-B1A6-1F53E5D4A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8353271-FF9C-4E16-91C8-FFAB4D819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F181CD7-6F94-4758-8DF4-76D5D54C3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2856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8480FCED-BF3A-405A-9153-999E303B4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9A9BC46-7E58-4239-B6EF-025BD408B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3A2597E-0ED6-4DBC-AEAE-AA8C7F179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A16147-4286-4EA3-A7A6-0076531D1571}" type="datetimeFigureOut">
              <a:rPr lang="hu-HU" smtClean="0"/>
              <a:t>2026.03.24.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785A5D5-1600-4A2B-997C-BE886B60ED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3B43265-CB7B-4468-8F3C-E548BBCFFE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F222-06B9-4CFE-85CF-384B46B813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2876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C1BE4A9-13CC-4502-AFFE-9A23A5473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3804" y="1336913"/>
            <a:ext cx="9144000" cy="2387600"/>
          </a:xfrm>
        </p:spPr>
        <p:txBody>
          <a:bodyPr/>
          <a:lstStyle/>
          <a:p>
            <a:r>
              <a:rPr lang="hu-HU" dirty="0"/>
              <a:t>Villám Meló	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6662B72-8C30-4743-A806-94108AC8D5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51818" y="5084474"/>
            <a:ext cx="2632364" cy="1655762"/>
          </a:xfrm>
        </p:spPr>
        <p:txBody>
          <a:bodyPr>
            <a:normAutofit fontScale="92500" lnSpcReduction="20000"/>
          </a:bodyPr>
          <a:lstStyle/>
          <a:p>
            <a:pPr>
              <a:spcAft>
                <a:spcPts val="1800"/>
              </a:spcAft>
            </a:pPr>
            <a:r>
              <a:rPr lang="hu-HU" dirty="0"/>
              <a:t>Készítette:</a:t>
            </a:r>
          </a:p>
          <a:p>
            <a:r>
              <a:rPr lang="hu-HU" dirty="0"/>
              <a:t>Boros Dániel</a:t>
            </a:r>
          </a:p>
          <a:p>
            <a:r>
              <a:rPr lang="hu-HU" dirty="0"/>
              <a:t>Hencsey Dorina</a:t>
            </a:r>
          </a:p>
          <a:p>
            <a:r>
              <a:rPr lang="hu-HU" dirty="0" err="1"/>
              <a:t>Kléber</a:t>
            </a:r>
            <a:r>
              <a:rPr lang="hu-HU" dirty="0"/>
              <a:t> Gergely László</a:t>
            </a:r>
          </a:p>
        </p:txBody>
      </p:sp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10485443-E17B-40F0-982D-20118D0D208F}"/>
              </a:ext>
            </a:extLst>
          </p:cNvPr>
          <p:cNvGrpSpPr/>
          <p:nvPr/>
        </p:nvGrpSpPr>
        <p:grpSpPr>
          <a:xfrm>
            <a:off x="2840182" y="105195"/>
            <a:ext cx="6511636" cy="6520604"/>
            <a:chOff x="2412256" y="1217022"/>
            <a:chExt cx="4505659" cy="4511867"/>
          </a:xfrm>
        </p:grpSpPr>
        <p:sp>
          <p:nvSpPr>
            <p:cNvPr id="5" name="Szabadkézi sokszög: alakzat 4">
              <a:extLst>
                <a:ext uri="{FF2B5EF4-FFF2-40B4-BE49-F238E27FC236}">
                  <a16:creationId xmlns:a16="http://schemas.microsoft.com/office/drawing/2014/main" id="{9C41E1AF-D323-4C3E-B51D-7AD49110318C}"/>
                </a:ext>
              </a:extLst>
            </p:cNvPr>
            <p:cNvSpPr/>
            <p:nvPr/>
          </p:nvSpPr>
          <p:spPr>
            <a:xfrm>
              <a:off x="4688114" y="1217022"/>
              <a:ext cx="1707997" cy="1322031"/>
            </a:xfrm>
            <a:custGeom>
              <a:avLst/>
              <a:gdLst>
                <a:gd name="connsiteX0" fmla="*/ 0 w 1779324"/>
                <a:gd name="connsiteY0" fmla="*/ 0 h 1377240"/>
                <a:gd name="connsiteX1" fmla="*/ 1779324 w 1779324"/>
                <a:gd name="connsiteY1" fmla="*/ 856878 h 1377240"/>
                <a:gd name="connsiteX2" fmla="*/ 1126811 w 1779324"/>
                <a:gd name="connsiteY2" fmla="*/ 1377240 h 1377240"/>
                <a:gd name="connsiteX3" fmla="*/ 1100531 w 1779324"/>
                <a:gd name="connsiteY3" fmla="*/ 1342097 h 1377240"/>
                <a:gd name="connsiteX4" fmla="*/ 133550 w 1779324"/>
                <a:gd name="connsiteY4" fmla="*/ 823876 h 1377240"/>
                <a:gd name="connsiteX5" fmla="*/ 0 w 1779324"/>
                <a:gd name="connsiteY5" fmla="*/ 817132 h 1377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9324" h="1377240">
                  <a:moveTo>
                    <a:pt x="0" y="0"/>
                  </a:moveTo>
                  <a:cubicBezTo>
                    <a:pt x="692595" y="0"/>
                    <a:pt x="1347499" y="315385"/>
                    <a:pt x="1779324" y="856878"/>
                  </a:cubicBezTo>
                  <a:lnTo>
                    <a:pt x="1126811" y="1377240"/>
                  </a:lnTo>
                  <a:lnTo>
                    <a:pt x="1100531" y="1342097"/>
                  </a:lnTo>
                  <a:cubicBezTo>
                    <a:pt x="865020" y="1056723"/>
                    <a:pt x="522040" y="863329"/>
                    <a:pt x="133550" y="823876"/>
                  </a:cubicBezTo>
                  <a:lnTo>
                    <a:pt x="0" y="81713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355105" tIns="467783" rIns="1018862" bIns="3366771" numCol="1" spcCol="1270" anchor="ctr" anchorCtr="0">
              <a:noAutofit/>
            </a:bodyPr>
            <a:lstStyle/>
            <a:p>
              <a:pPr marL="0" lvl="0" indent="0" algn="ctr" defTabSz="12001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2700" kern="1200" dirty="0"/>
            </a:p>
          </p:txBody>
        </p:sp>
        <p:sp>
          <p:nvSpPr>
            <p:cNvPr id="6" name="Szabadkézi sokszög: alakzat 5">
              <a:extLst>
                <a:ext uri="{FF2B5EF4-FFF2-40B4-BE49-F238E27FC236}">
                  <a16:creationId xmlns:a16="http://schemas.microsoft.com/office/drawing/2014/main" id="{97F88542-9739-4F43-BEC6-A65DAE9E25C9}"/>
                </a:ext>
              </a:extLst>
            </p:cNvPr>
            <p:cNvSpPr/>
            <p:nvPr/>
          </p:nvSpPr>
          <p:spPr>
            <a:xfrm>
              <a:off x="5814927" y="2073900"/>
              <a:ext cx="1102988" cy="1848202"/>
            </a:xfrm>
            <a:custGeom>
              <a:avLst/>
              <a:gdLst>
                <a:gd name="connsiteX0" fmla="*/ 652513 w 1149049"/>
                <a:gd name="connsiteY0" fmla="*/ 0 h 1925384"/>
                <a:gd name="connsiteX1" fmla="*/ 1091969 w 1149049"/>
                <a:gd name="connsiteY1" fmla="*/ 1925384 h 1925384"/>
                <a:gd name="connsiteX2" fmla="*/ 263661 w 1149049"/>
                <a:gd name="connsiteY2" fmla="*/ 1736328 h 1925384"/>
                <a:gd name="connsiteX3" fmla="*/ 274235 w 1149049"/>
                <a:gd name="connsiteY3" fmla="*/ 1695205 h 1925384"/>
                <a:gd name="connsiteX4" fmla="*/ 303583 w 1149049"/>
                <a:gd name="connsiteY4" fmla="*/ 1404080 h 1925384"/>
                <a:gd name="connsiteX5" fmla="*/ 56878 w 1149049"/>
                <a:gd name="connsiteY5" fmla="*/ 596424 h 1925384"/>
                <a:gd name="connsiteX6" fmla="*/ 0 w 1149049"/>
                <a:gd name="connsiteY6" fmla="*/ 520362 h 192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9049" h="1925384">
                  <a:moveTo>
                    <a:pt x="652513" y="0"/>
                  </a:moveTo>
                  <a:cubicBezTo>
                    <a:pt x="1084338" y="541492"/>
                    <a:pt x="1246085" y="1250155"/>
                    <a:pt x="1091969" y="1925384"/>
                  </a:cubicBezTo>
                  <a:lnTo>
                    <a:pt x="263661" y="1736328"/>
                  </a:lnTo>
                  <a:lnTo>
                    <a:pt x="274235" y="1695205"/>
                  </a:lnTo>
                  <a:cubicBezTo>
                    <a:pt x="293478" y="1601169"/>
                    <a:pt x="303583" y="1503805"/>
                    <a:pt x="303583" y="1404080"/>
                  </a:cubicBezTo>
                  <a:cubicBezTo>
                    <a:pt x="303583" y="1104906"/>
                    <a:pt x="212635" y="826974"/>
                    <a:pt x="56878" y="596424"/>
                  </a:cubicBezTo>
                  <a:lnTo>
                    <a:pt x="0" y="52036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179233" tIns="1689100" rIns="177293" bIns="2149687" numCol="1" spcCol="1270" anchor="ctr" anchorCtr="0">
              <a:noAutofit/>
            </a:bodyPr>
            <a:lstStyle/>
            <a:p>
              <a:pPr marL="0" lvl="0" indent="0" algn="ctr" defTabSz="2222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000" kern="1200"/>
            </a:p>
          </p:txBody>
        </p:sp>
        <p:sp>
          <p:nvSpPr>
            <p:cNvPr id="7" name="Szabadkézi sokszög: alakzat 6">
              <a:extLst>
                <a:ext uri="{FF2B5EF4-FFF2-40B4-BE49-F238E27FC236}">
                  <a16:creationId xmlns:a16="http://schemas.microsoft.com/office/drawing/2014/main" id="{E5467805-A1BE-4064-91C5-B6205F91CD02}"/>
                </a:ext>
              </a:extLst>
            </p:cNvPr>
            <p:cNvSpPr/>
            <p:nvPr/>
          </p:nvSpPr>
          <p:spPr>
            <a:xfrm>
              <a:off x="5305801" y="3810229"/>
              <a:ext cx="1536912" cy="1663621"/>
            </a:xfrm>
            <a:custGeom>
              <a:avLst/>
              <a:gdLst>
                <a:gd name="connsiteX0" fmla="*/ 772787 w 1601095"/>
                <a:gd name="connsiteY0" fmla="*/ 0 h 1733095"/>
                <a:gd name="connsiteX1" fmla="*/ 1601095 w 1601095"/>
                <a:gd name="connsiteY1" fmla="*/ 189056 h 1733095"/>
                <a:gd name="connsiteX2" fmla="*/ 369765 w 1601095"/>
                <a:gd name="connsiteY2" fmla="*/ 1733095 h 1733095"/>
                <a:gd name="connsiteX3" fmla="*/ 0 w 1601095"/>
                <a:gd name="connsiteY3" fmla="*/ 965269 h 1733095"/>
                <a:gd name="connsiteX4" fmla="*/ 56723 w 1601095"/>
                <a:gd name="connsiteY4" fmla="*/ 937944 h 1733095"/>
                <a:gd name="connsiteX5" fmla="*/ 747766 w 1601095"/>
                <a:gd name="connsiteY5" fmla="*/ 97314 h 173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01095" h="1733095">
                  <a:moveTo>
                    <a:pt x="772787" y="0"/>
                  </a:moveTo>
                  <a:lnTo>
                    <a:pt x="1601095" y="189056"/>
                  </a:lnTo>
                  <a:cubicBezTo>
                    <a:pt x="1446978" y="864286"/>
                    <a:pt x="993771" y="1432590"/>
                    <a:pt x="369765" y="1733095"/>
                  </a:cubicBezTo>
                  <a:lnTo>
                    <a:pt x="0" y="965269"/>
                  </a:lnTo>
                  <a:lnTo>
                    <a:pt x="56723" y="937944"/>
                  </a:lnTo>
                  <a:cubicBezTo>
                    <a:pt x="384213" y="760040"/>
                    <a:pt x="635215" y="459177"/>
                    <a:pt x="747766" y="97314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992120" tIns="2775373" rIns="499534" bIns="1041401" numCol="1" spcCol="1270" anchor="ctr" anchorCtr="0">
              <a:noAutofit/>
            </a:bodyPr>
            <a:lstStyle/>
            <a:p>
              <a:pPr marL="0" lvl="0" indent="0" algn="ctr" defTabSz="2311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200" kern="1200"/>
            </a:p>
          </p:txBody>
        </p:sp>
        <p:sp>
          <p:nvSpPr>
            <p:cNvPr id="8" name="Szabadkézi sokszög: alakzat 7">
              <a:extLst>
                <a:ext uri="{FF2B5EF4-FFF2-40B4-BE49-F238E27FC236}">
                  <a16:creationId xmlns:a16="http://schemas.microsoft.com/office/drawing/2014/main" id="{97651590-CF2A-4AC2-87B7-AE3D3E7EAD54}"/>
                </a:ext>
              </a:extLst>
            </p:cNvPr>
            <p:cNvSpPr/>
            <p:nvPr/>
          </p:nvSpPr>
          <p:spPr>
            <a:xfrm>
              <a:off x="3700664" y="4775512"/>
              <a:ext cx="1895687" cy="953377"/>
            </a:xfrm>
            <a:custGeom>
              <a:avLst/>
              <a:gdLst>
                <a:gd name="connsiteX0" fmla="*/ 1605104 w 1974851"/>
                <a:gd name="connsiteY0" fmla="*/ 0 h 993190"/>
                <a:gd name="connsiteX1" fmla="*/ 1974851 w 1974851"/>
                <a:gd name="connsiteY1" fmla="*/ 767835 h 993190"/>
                <a:gd name="connsiteX2" fmla="*/ 0 w 1974851"/>
                <a:gd name="connsiteY2" fmla="*/ 767811 h 993190"/>
                <a:gd name="connsiteX3" fmla="*/ 364439 w 1974851"/>
                <a:gd name="connsiteY3" fmla="*/ 11047 h 993190"/>
                <a:gd name="connsiteX4" fmla="*/ 411025 w 1974851"/>
                <a:gd name="connsiteY4" fmla="*/ 33489 h 993190"/>
                <a:gd name="connsiteX5" fmla="*/ 973305 w 1974851"/>
                <a:gd name="connsiteY5" fmla="*/ 147008 h 993190"/>
                <a:gd name="connsiteX6" fmla="*/ 1535585 w 1974851"/>
                <a:gd name="connsiteY6" fmla="*/ 33489 h 993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74851" h="993190">
                  <a:moveTo>
                    <a:pt x="1605104" y="0"/>
                  </a:moveTo>
                  <a:lnTo>
                    <a:pt x="1974851" y="767835"/>
                  </a:lnTo>
                  <a:cubicBezTo>
                    <a:pt x="1350855" y="1068317"/>
                    <a:pt x="623989" y="1068308"/>
                    <a:pt x="0" y="767811"/>
                  </a:cubicBezTo>
                  <a:lnTo>
                    <a:pt x="364439" y="11047"/>
                  </a:lnTo>
                  <a:lnTo>
                    <a:pt x="411025" y="33489"/>
                  </a:lnTo>
                  <a:cubicBezTo>
                    <a:pt x="583848" y="106587"/>
                    <a:pt x="773856" y="147008"/>
                    <a:pt x="973305" y="147008"/>
                  </a:cubicBezTo>
                  <a:cubicBezTo>
                    <a:pt x="1172754" y="147008"/>
                    <a:pt x="1362763" y="106587"/>
                    <a:pt x="1535585" y="33489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732280" tIns="3642360" rIns="1732280" bIns="174414" numCol="1" spcCol="1270" anchor="ctr" anchorCtr="0">
              <a:noAutofit/>
            </a:bodyPr>
            <a:lstStyle/>
            <a:p>
              <a:pPr marL="0" lvl="0" indent="0" algn="ctr" defTabSz="2311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200" kern="1200"/>
            </a:p>
          </p:txBody>
        </p:sp>
        <p:sp>
          <p:nvSpPr>
            <p:cNvPr id="9" name="Szabadkézi sokszög: alakzat 8">
              <a:extLst>
                <a:ext uri="{FF2B5EF4-FFF2-40B4-BE49-F238E27FC236}">
                  <a16:creationId xmlns:a16="http://schemas.microsoft.com/office/drawing/2014/main" id="{37849389-221E-4EA2-9B7B-B721400ABE53}"/>
                </a:ext>
              </a:extLst>
            </p:cNvPr>
            <p:cNvSpPr/>
            <p:nvPr/>
          </p:nvSpPr>
          <p:spPr>
            <a:xfrm>
              <a:off x="2469336" y="3816327"/>
              <a:ext cx="1531800" cy="1657767"/>
            </a:xfrm>
            <a:custGeom>
              <a:avLst/>
              <a:gdLst>
                <a:gd name="connsiteX0" fmla="*/ 801584 w 1595769"/>
                <a:gd name="connsiteY0" fmla="*/ 0 h 1726996"/>
                <a:gd name="connsiteX1" fmla="*/ 825038 w 1595769"/>
                <a:gd name="connsiteY1" fmla="*/ 91215 h 1726996"/>
                <a:gd name="connsiteX2" fmla="*/ 1516081 w 1595769"/>
                <a:gd name="connsiteY2" fmla="*/ 931845 h 1726996"/>
                <a:gd name="connsiteX3" fmla="*/ 1595769 w 1595769"/>
                <a:gd name="connsiteY3" fmla="*/ 970233 h 1726996"/>
                <a:gd name="connsiteX4" fmla="*/ 1231330 w 1595769"/>
                <a:gd name="connsiteY4" fmla="*/ 1726996 h 1726996"/>
                <a:gd name="connsiteX5" fmla="*/ 0 w 1595769"/>
                <a:gd name="connsiteY5" fmla="*/ 182956 h 1726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5769" h="1726996">
                  <a:moveTo>
                    <a:pt x="801584" y="0"/>
                  </a:moveTo>
                  <a:lnTo>
                    <a:pt x="825038" y="91215"/>
                  </a:lnTo>
                  <a:cubicBezTo>
                    <a:pt x="937589" y="453078"/>
                    <a:pt x="1188590" y="753941"/>
                    <a:pt x="1516081" y="931845"/>
                  </a:cubicBezTo>
                  <a:lnTo>
                    <a:pt x="1595769" y="970233"/>
                  </a:lnTo>
                  <a:lnTo>
                    <a:pt x="1231330" y="1726996"/>
                  </a:lnTo>
                  <a:cubicBezTo>
                    <a:pt x="607324" y="1426490"/>
                    <a:pt x="154116" y="858186"/>
                    <a:pt x="0" y="182956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99533" tIns="2775373" rIns="2992121" bIns="1041401" numCol="1" spcCol="1270" anchor="ctr" anchorCtr="0">
              <a:noAutofit/>
            </a:bodyPr>
            <a:lstStyle/>
            <a:p>
              <a:pPr marL="0" lvl="0" indent="0" algn="ctr" defTabSz="2311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200" kern="1200"/>
            </a:p>
          </p:txBody>
        </p:sp>
        <p:sp>
          <p:nvSpPr>
            <p:cNvPr id="10" name="Szabadkézi sokszög: alakzat 9">
              <a:extLst>
                <a:ext uri="{FF2B5EF4-FFF2-40B4-BE49-F238E27FC236}">
                  <a16:creationId xmlns:a16="http://schemas.microsoft.com/office/drawing/2014/main" id="{21DEDC25-CC1E-4639-B92C-F9AC281C2A5D}"/>
                </a:ext>
              </a:extLst>
            </p:cNvPr>
            <p:cNvSpPr/>
            <p:nvPr/>
          </p:nvSpPr>
          <p:spPr>
            <a:xfrm>
              <a:off x="2412256" y="2088414"/>
              <a:ext cx="1085976" cy="1848201"/>
            </a:xfrm>
            <a:custGeom>
              <a:avLst/>
              <a:gdLst>
                <a:gd name="connsiteX0" fmla="*/ 496536 w 1131327"/>
                <a:gd name="connsiteY0" fmla="*/ 0 h 1925383"/>
                <a:gd name="connsiteX1" fmla="*/ 1131327 w 1131327"/>
                <a:gd name="connsiteY1" fmla="*/ 506229 h 1925383"/>
                <a:gd name="connsiteX2" fmla="*/ 1063879 w 1131327"/>
                <a:gd name="connsiteY2" fmla="*/ 596425 h 1925383"/>
                <a:gd name="connsiteX3" fmla="*/ 817174 w 1131327"/>
                <a:gd name="connsiteY3" fmla="*/ 1404081 h 1925383"/>
                <a:gd name="connsiteX4" fmla="*/ 846522 w 1131327"/>
                <a:gd name="connsiteY4" fmla="*/ 1695206 h 1925383"/>
                <a:gd name="connsiteX5" fmla="*/ 858664 w 1131327"/>
                <a:gd name="connsiteY5" fmla="*/ 1742428 h 1925383"/>
                <a:gd name="connsiteX6" fmla="*/ 57080 w 1131327"/>
                <a:gd name="connsiteY6" fmla="*/ 1925383 h 1925383"/>
                <a:gd name="connsiteX7" fmla="*/ 496536 w 1131327"/>
                <a:gd name="connsiteY7" fmla="*/ 0 h 192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327" h="1925383">
                  <a:moveTo>
                    <a:pt x="496536" y="0"/>
                  </a:moveTo>
                  <a:lnTo>
                    <a:pt x="1131327" y="506229"/>
                  </a:lnTo>
                  <a:lnTo>
                    <a:pt x="1063879" y="596425"/>
                  </a:lnTo>
                  <a:cubicBezTo>
                    <a:pt x="908123" y="826975"/>
                    <a:pt x="817174" y="1104907"/>
                    <a:pt x="817174" y="1404081"/>
                  </a:cubicBezTo>
                  <a:cubicBezTo>
                    <a:pt x="817174" y="1503806"/>
                    <a:pt x="827280" y="1601170"/>
                    <a:pt x="846522" y="1695206"/>
                  </a:cubicBezTo>
                  <a:lnTo>
                    <a:pt x="858664" y="1742428"/>
                  </a:lnTo>
                  <a:lnTo>
                    <a:pt x="57080" y="1925383"/>
                  </a:lnTo>
                  <a:cubicBezTo>
                    <a:pt x="-97036" y="1250154"/>
                    <a:pt x="64712" y="541492"/>
                    <a:pt x="496536" y="0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50622" tIns="1662430" rIns="3152564" bIns="2123017" numCol="1" spcCol="1270" anchor="ctr" anchorCtr="0">
              <a:noAutofit/>
            </a:bodyPr>
            <a:lstStyle/>
            <a:p>
              <a:pPr marL="0" lvl="0" indent="0" algn="ctr" defTabSz="1289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2900" kern="1200"/>
            </a:p>
          </p:txBody>
        </p:sp>
        <p:sp>
          <p:nvSpPr>
            <p:cNvPr id="11" name="Szabadkézi sokszög: alakzat 10">
              <a:extLst>
                <a:ext uri="{FF2B5EF4-FFF2-40B4-BE49-F238E27FC236}">
                  <a16:creationId xmlns:a16="http://schemas.microsoft.com/office/drawing/2014/main" id="{E5957BF2-A401-4633-946A-7E08130519DF}"/>
                </a:ext>
              </a:extLst>
            </p:cNvPr>
            <p:cNvSpPr/>
            <p:nvPr/>
          </p:nvSpPr>
          <p:spPr>
            <a:xfrm>
              <a:off x="2908790" y="1217022"/>
              <a:ext cx="1707997" cy="1308464"/>
            </a:xfrm>
            <a:custGeom>
              <a:avLst/>
              <a:gdLst>
                <a:gd name="connsiteX0" fmla="*/ 1779324 w 1779324"/>
                <a:gd name="connsiteY0" fmla="*/ 0 h 1363106"/>
                <a:gd name="connsiteX1" fmla="*/ 1779324 w 1779324"/>
                <a:gd name="connsiteY1" fmla="*/ 817132 h 1363106"/>
                <a:gd name="connsiteX2" fmla="*/ 1765178 w 1779324"/>
                <a:gd name="connsiteY2" fmla="*/ 816418 h 1363106"/>
                <a:gd name="connsiteX3" fmla="*/ 650501 w 1779324"/>
                <a:gd name="connsiteY3" fmla="*/ 1342097 h 1363106"/>
                <a:gd name="connsiteX4" fmla="*/ 634791 w 1779324"/>
                <a:gd name="connsiteY4" fmla="*/ 1363106 h 1363106"/>
                <a:gd name="connsiteX5" fmla="*/ 0 w 1779324"/>
                <a:gd name="connsiteY5" fmla="*/ 856878 h 1363106"/>
                <a:gd name="connsiteX6" fmla="*/ 1779324 w 1779324"/>
                <a:gd name="connsiteY6" fmla="*/ 0 h 1363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79324" h="1363106">
                  <a:moveTo>
                    <a:pt x="1779324" y="0"/>
                  </a:moveTo>
                  <a:lnTo>
                    <a:pt x="1779324" y="817132"/>
                  </a:lnTo>
                  <a:lnTo>
                    <a:pt x="1765178" y="816418"/>
                  </a:lnTo>
                  <a:cubicBezTo>
                    <a:pt x="1316417" y="816418"/>
                    <a:pt x="915451" y="1021052"/>
                    <a:pt x="650501" y="1342097"/>
                  </a:cubicBezTo>
                  <a:lnTo>
                    <a:pt x="634791" y="1363106"/>
                  </a:lnTo>
                  <a:lnTo>
                    <a:pt x="0" y="856878"/>
                  </a:lnTo>
                  <a:cubicBezTo>
                    <a:pt x="431825" y="315386"/>
                    <a:pt x="1086729" y="0"/>
                    <a:pt x="1779324" y="0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020487" tIns="467783" rIns="2353480" bIns="3366771" numCol="1" spcCol="1270" anchor="ctr" anchorCtr="0">
              <a:noAutofit/>
            </a:bodyPr>
            <a:lstStyle/>
            <a:p>
              <a:pPr marL="0" lvl="0" indent="0" algn="ctr" defTabSz="12001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2700" kern="1200"/>
            </a:p>
          </p:txBody>
        </p:sp>
      </p:grpSp>
    </p:spTree>
    <p:extLst>
      <p:ext uri="{BB962C8B-B14F-4D97-AF65-F5344CB8AC3E}">
        <p14:creationId xmlns:p14="http://schemas.microsoft.com/office/powerpoint/2010/main" val="17304903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Csoportba foglalás 127">
            <a:extLst>
              <a:ext uri="{FF2B5EF4-FFF2-40B4-BE49-F238E27FC236}">
                <a16:creationId xmlns:a16="http://schemas.microsoft.com/office/drawing/2014/main" id="{98616988-23EE-479C-965E-A3A55AAAC7AB}"/>
              </a:ext>
            </a:extLst>
          </p:cNvPr>
          <p:cNvGrpSpPr/>
          <p:nvPr/>
        </p:nvGrpSpPr>
        <p:grpSpPr>
          <a:xfrm>
            <a:off x="424109" y="355630"/>
            <a:ext cx="4505659" cy="4511867"/>
            <a:chOff x="2412256" y="1217022"/>
            <a:chExt cx="4505659" cy="4511867"/>
          </a:xfrm>
        </p:grpSpPr>
        <p:sp>
          <p:nvSpPr>
            <p:cNvPr id="121" name="Szabadkézi sokszög: alakzat 120">
              <a:extLst>
                <a:ext uri="{FF2B5EF4-FFF2-40B4-BE49-F238E27FC236}">
                  <a16:creationId xmlns:a16="http://schemas.microsoft.com/office/drawing/2014/main" id="{1CFBC4FF-6837-4CFA-8B79-7E5869540A6C}"/>
                </a:ext>
              </a:extLst>
            </p:cNvPr>
            <p:cNvSpPr/>
            <p:nvPr/>
          </p:nvSpPr>
          <p:spPr>
            <a:xfrm>
              <a:off x="4688114" y="1217022"/>
              <a:ext cx="1707997" cy="1322031"/>
            </a:xfrm>
            <a:custGeom>
              <a:avLst/>
              <a:gdLst>
                <a:gd name="connsiteX0" fmla="*/ 0 w 1779324"/>
                <a:gd name="connsiteY0" fmla="*/ 0 h 1377240"/>
                <a:gd name="connsiteX1" fmla="*/ 1779324 w 1779324"/>
                <a:gd name="connsiteY1" fmla="*/ 856878 h 1377240"/>
                <a:gd name="connsiteX2" fmla="*/ 1126811 w 1779324"/>
                <a:gd name="connsiteY2" fmla="*/ 1377240 h 1377240"/>
                <a:gd name="connsiteX3" fmla="*/ 1100531 w 1779324"/>
                <a:gd name="connsiteY3" fmla="*/ 1342097 h 1377240"/>
                <a:gd name="connsiteX4" fmla="*/ 133550 w 1779324"/>
                <a:gd name="connsiteY4" fmla="*/ 823876 h 1377240"/>
                <a:gd name="connsiteX5" fmla="*/ 0 w 1779324"/>
                <a:gd name="connsiteY5" fmla="*/ 817132 h 1377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9324" h="1377240">
                  <a:moveTo>
                    <a:pt x="0" y="0"/>
                  </a:moveTo>
                  <a:cubicBezTo>
                    <a:pt x="692595" y="0"/>
                    <a:pt x="1347499" y="315385"/>
                    <a:pt x="1779324" y="856878"/>
                  </a:cubicBezTo>
                  <a:lnTo>
                    <a:pt x="1126811" y="1377240"/>
                  </a:lnTo>
                  <a:lnTo>
                    <a:pt x="1100531" y="1342097"/>
                  </a:lnTo>
                  <a:cubicBezTo>
                    <a:pt x="865020" y="1056723"/>
                    <a:pt x="522040" y="863329"/>
                    <a:pt x="133550" y="823876"/>
                  </a:cubicBezTo>
                  <a:lnTo>
                    <a:pt x="0" y="81713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355105" tIns="467783" rIns="1018862" bIns="3366771" numCol="1" spcCol="1270" anchor="ctr" anchorCtr="0">
              <a:noAutofit/>
            </a:bodyPr>
            <a:lstStyle/>
            <a:p>
              <a:pPr marL="0" lvl="0" indent="0" algn="ctr" defTabSz="12001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2700" kern="1200" dirty="0"/>
            </a:p>
          </p:txBody>
        </p:sp>
        <p:sp>
          <p:nvSpPr>
            <p:cNvPr id="127" name="Szabadkézi sokszög: alakzat 126">
              <a:extLst>
                <a:ext uri="{FF2B5EF4-FFF2-40B4-BE49-F238E27FC236}">
                  <a16:creationId xmlns:a16="http://schemas.microsoft.com/office/drawing/2014/main" id="{CCF3DF8D-645E-4996-8676-9442D69A35CE}"/>
                </a:ext>
              </a:extLst>
            </p:cNvPr>
            <p:cNvSpPr/>
            <p:nvPr/>
          </p:nvSpPr>
          <p:spPr>
            <a:xfrm>
              <a:off x="5814927" y="2073900"/>
              <a:ext cx="1102988" cy="1848202"/>
            </a:xfrm>
            <a:custGeom>
              <a:avLst/>
              <a:gdLst>
                <a:gd name="connsiteX0" fmla="*/ 652513 w 1149049"/>
                <a:gd name="connsiteY0" fmla="*/ 0 h 1925384"/>
                <a:gd name="connsiteX1" fmla="*/ 1091969 w 1149049"/>
                <a:gd name="connsiteY1" fmla="*/ 1925384 h 1925384"/>
                <a:gd name="connsiteX2" fmla="*/ 263661 w 1149049"/>
                <a:gd name="connsiteY2" fmla="*/ 1736328 h 1925384"/>
                <a:gd name="connsiteX3" fmla="*/ 274235 w 1149049"/>
                <a:gd name="connsiteY3" fmla="*/ 1695205 h 1925384"/>
                <a:gd name="connsiteX4" fmla="*/ 303583 w 1149049"/>
                <a:gd name="connsiteY4" fmla="*/ 1404080 h 1925384"/>
                <a:gd name="connsiteX5" fmla="*/ 56878 w 1149049"/>
                <a:gd name="connsiteY5" fmla="*/ 596424 h 1925384"/>
                <a:gd name="connsiteX6" fmla="*/ 0 w 1149049"/>
                <a:gd name="connsiteY6" fmla="*/ 520362 h 1925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9049" h="1925384">
                  <a:moveTo>
                    <a:pt x="652513" y="0"/>
                  </a:moveTo>
                  <a:cubicBezTo>
                    <a:pt x="1084338" y="541492"/>
                    <a:pt x="1246085" y="1250155"/>
                    <a:pt x="1091969" y="1925384"/>
                  </a:cubicBezTo>
                  <a:lnTo>
                    <a:pt x="263661" y="1736328"/>
                  </a:lnTo>
                  <a:lnTo>
                    <a:pt x="274235" y="1695205"/>
                  </a:lnTo>
                  <a:cubicBezTo>
                    <a:pt x="293478" y="1601169"/>
                    <a:pt x="303583" y="1503805"/>
                    <a:pt x="303583" y="1404080"/>
                  </a:cubicBezTo>
                  <a:cubicBezTo>
                    <a:pt x="303583" y="1104906"/>
                    <a:pt x="212635" y="826974"/>
                    <a:pt x="56878" y="596424"/>
                  </a:cubicBezTo>
                  <a:lnTo>
                    <a:pt x="0" y="52036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179233" tIns="1689100" rIns="177293" bIns="2149687" numCol="1" spcCol="1270" anchor="ctr" anchorCtr="0">
              <a:noAutofit/>
            </a:bodyPr>
            <a:lstStyle/>
            <a:p>
              <a:pPr marL="0" lvl="0" indent="0" algn="ctr" defTabSz="2222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000" kern="1200"/>
            </a:p>
          </p:txBody>
        </p:sp>
        <p:sp>
          <p:nvSpPr>
            <p:cNvPr id="126" name="Szabadkézi sokszög: alakzat 125">
              <a:extLst>
                <a:ext uri="{FF2B5EF4-FFF2-40B4-BE49-F238E27FC236}">
                  <a16:creationId xmlns:a16="http://schemas.microsoft.com/office/drawing/2014/main" id="{528B320C-4F8D-49E7-8CDC-6586CFFC600A}"/>
                </a:ext>
              </a:extLst>
            </p:cNvPr>
            <p:cNvSpPr/>
            <p:nvPr/>
          </p:nvSpPr>
          <p:spPr>
            <a:xfrm>
              <a:off x="5305801" y="3810229"/>
              <a:ext cx="1536912" cy="1663621"/>
            </a:xfrm>
            <a:custGeom>
              <a:avLst/>
              <a:gdLst>
                <a:gd name="connsiteX0" fmla="*/ 772787 w 1601095"/>
                <a:gd name="connsiteY0" fmla="*/ 0 h 1733095"/>
                <a:gd name="connsiteX1" fmla="*/ 1601095 w 1601095"/>
                <a:gd name="connsiteY1" fmla="*/ 189056 h 1733095"/>
                <a:gd name="connsiteX2" fmla="*/ 369765 w 1601095"/>
                <a:gd name="connsiteY2" fmla="*/ 1733095 h 1733095"/>
                <a:gd name="connsiteX3" fmla="*/ 0 w 1601095"/>
                <a:gd name="connsiteY3" fmla="*/ 965269 h 1733095"/>
                <a:gd name="connsiteX4" fmla="*/ 56723 w 1601095"/>
                <a:gd name="connsiteY4" fmla="*/ 937944 h 1733095"/>
                <a:gd name="connsiteX5" fmla="*/ 747766 w 1601095"/>
                <a:gd name="connsiteY5" fmla="*/ 97314 h 173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01095" h="1733095">
                  <a:moveTo>
                    <a:pt x="772787" y="0"/>
                  </a:moveTo>
                  <a:lnTo>
                    <a:pt x="1601095" y="189056"/>
                  </a:lnTo>
                  <a:cubicBezTo>
                    <a:pt x="1446978" y="864286"/>
                    <a:pt x="993771" y="1432590"/>
                    <a:pt x="369765" y="1733095"/>
                  </a:cubicBezTo>
                  <a:lnTo>
                    <a:pt x="0" y="965269"/>
                  </a:lnTo>
                  <a:lnTo>
                    <a:pt x="56723" y="937944"/>
                  </a:lnTo>
                  <a:cubicBezTo>
                    <a:pt x="384213" y="760040"/>
                    <a:pt x="635215" y="459177"/>
                    <a:pt x="747766" y="97314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992120" tIns="2775373" rIns="499534" bIns="1041401" numCol="1" spcCol="1270" anchor="ctr" anchorCtr="0">
              <a:noAutofit/>
            </a:bodyPr>
            <a:lstStyle/>
            <a:p>
              <a:pPr marL="0" lvl="0" indent="0" algn="ctr" defTabSz="2311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200" kern="1200"/>
            </a:p>
          </p:txBody>
        </p:sp>
        <p:sp>
          <p:nvSpPr>
            <p:cNvPr id="125" name="Szabadkézi sokszög: alakzat 124">
              <a:extLst>
                <a:ext uri="{FF2B5EF4-FFF2-40B4-BE49-F238E27FC236}">
                  <a16:creationId xmlns:a16="http://schemas.microsoft.com/office/drawing/2014/main" id="{50D45ACF-64D2-4423-9241-13B5CFBAE137}"/>
                </a:ext>
              </a:extLst>
            </p:cNvPr>
            <p:cNvSpPr/>
            <p:nvPr/>
          </p:nvSpPr>
          <p:spPr>
            <a:xfrm>
              <a:off x="3700664" y="4775512"/>
              <a:ext cx="1895687" cy="953377"/>
            </a:xfrm>
            <a:custGeom>
              <a:avLst/>
              <a:gdLst>
                <a:gd name="connsiteX0" fmla="*/ 1605104 w 1974851"/>
                <a:gd name="connsiteY0" fmla="*/ 0 h 993190"/>
                <a:gd name="connsiteX1" fmla="*/ 1974851 w 1974851"/>
                <a:gd name="connsiteY1" fmla="*/ 767835 h 993190"/>
                <a:gd name="connsiteX2" fmla="*/ 0 w 1974851"/>
                <a:gd name="connsiteY2" fmla="*/ 767811 h 993190"/>
                <a:gd name="connsiteX3" fmla="*/ 364439 w 1974851"/>
                <a:gd name="connsiteY3" fmla="*/ 11047 h 993190"/>
                <a:gd name="connsiteX4" fmla="*/ 411025 w 1974851"/>
                <a:gd name="connsiteY4" fmla="*/ 33489 h 993190"/>
                <a:gd name="connsiteX5" fmla="*/ 973305 w 1974851"/>
                <a:gd name="connsiteY5" fmla="*/ 147008 h 993190"/>
                <a:gd name="connsiteX6" fmla="*/ 1535585 w 1974851"/>
                <a:gd name="connsiteY6" fmla="*/ 33489 h 993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74851" h="993190">
                  <a:moveTo>
                    <a:pt x="1605104" y="0"/>
                  </a:moveTo>
                  <a:lnTo>
                    <a:pt x="1974851" y="767835"/>
                  </a:lnTo>
                  <a:cubicBezTo>
                    <a:pt x="1350855" y="1068317"/>
                    <a:pt x="623989" y="1068308"/>
                    <a:pt x="0" y="767811"/>
                  </a:cubicBezTo>
                  <a:lnTo>
                    <a:pt x="364439" y="11047"/>
                  </a:lnTo>
                  <a:lnTo>
                    <a:pt x="411025" y="33489"/>
                  </a:lnTo>
                  <a:cubicBezTo>
                    <a:pt x="583848" y="106587"/>
                    <a:pt x="773856" y="147008"/>
                    <a:pt x="973305" y="147008"/>
                  </a:cubicBezTo>
                  <a:cubicBezTo>
                    <a:pt x="1172754" y="147008"/>
                    <a:pt x="1362763" y="106587"/>
                    <a:pt x="1535585" y="33489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732280" tIns="3642360" rIns="1732280" bIns="174414" numCol="1" spcCol="1270" anchor="ctr" anchorCtr="0">
              <a:noAutofit/>
            </a:bodyPr>
            <a:lstStyle/>
            <a:p>
              <a:pPr marL="0" lvl="0" indent="0" algn="ctr" defTabSz="2311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200" kern="1200"/>
            </a:p>
          </p:txBody>
        </p:sp>
        <p:sp>
          <p:nvSpPr>
            <p:cNvPr id="124" name="Szabadkézi sokszög: alakzat 123">
              <a:extLst>
                <a:ext uri="{FF2B5EF4-FFF2-40B4-BE49-F238E27FC236}">
                  <a16:creationId xmlns:a16="http://schemas.microsoft.com/office/drawing/2014/main" id="{235FB053-00C2-4550-A07D-813A40E7400C}"/>
                </a:ext>
              </a:extLst>
            </p:cNvPr>
            <p:cNvSpPr/>
            <p:nvPr/>
          </p:nvSpPr>
          <p:spPr>
            <a:xfrm>
              <a:off x="2469336" y="3816327"/>
              <a:ext cx="1531800" cy="1657767"/>
            </a:xfrm>
            <a:custGeom>
              <a:avLst/>
              <a:gdLst>
                <a:gd name="connsiteX0" fmla="*/ 801584 w 1595769"/>
                <a:gd name="connsiteY0" fmla="*/ 0 h 1726996"/>
                <a:gd name="connsiteX1" fmla="*/ 825038 w 1595769"/>
                <a:gd name="connsiteY1" fmla="*/ 91215 h 1726996"/>
                <a:gd name="connsiteX2" fmla="*/ 1516081 w 1595769"/>
                <a:gd name="connsiteY2" fmla="*/ 931845 h 1726996"/>
                <a:gd name="connsiteX3" fmla="*/ 1595769 w 1595769"/>
                <a:gd name="connsiteY3" fmla="*/ 970233 h 1726996"/>
                <a:gd name="connsiteX4" fmla="*/ 1231330 w 1595769"/>
                <a:gd name="connsiteY4" fmla="*/ 1726996 h 1726996"/>
                <a:gd name="connsiteX5" fmla="*/ 0 w 1595769"/>
                <a:gd name="connsiteY5" fmla="*/ 182956 h 1726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5769" h="1726996">
                  <a:moveTo>
                    <a:pt x="801584" y="0"/>
                  </a:moveTo>
                  <a:lnTo>
                    <a:pt x="825038" y="91215"/>
                  </a:lnTo>
                  <a:cubicBezTo>
                    <a:pt x="937589" y="453078"/>
                    <a:pt x="1188590" y="753941"/>
                    <a:pt x="1516081" y="931845"/>
                  </a:cubicBezTo>
                  <a:lnTo>
                    <a:pt x="1595769" y="970233"/>
                  </a:lnTo>
                  <a:lnTo>
                    <a:pt x="1231330" y="1726996"/>
                  </a:lnTo>
                  <a:cubicBezTo>
                    <a:pt x="607324" y="1426490"/>
                    <a:pt x="154116" y="858186"/>
                    <a:pt x="0" y="182956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99533" tIns="2775373" rIns="2992121" bIns="1041401" numCol="1" spcCol="1270" anchor="ctr" anchorCtr="0">
              <a:noAutofit/>
            </a:bodyPr>
            <a:lstStyle/>
            <a:p>
              <a:pPr marL="0" lvl="0" indent="0" algn="ctr" defTabSz="2311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5200" kern="1200"/>
            </a:p>
          </p:txBody>
        </p:sp>
        <p:sp>
          <p:nvSpPr>
            <p:cNvPr id="123" name="Szabadkézi sokszög: alakzat 122">
              <a:extLst>
                <a:ext uri="{FF2B5EF4-FFF2-40B4-BE49-F238E27FC236}">
                  <a16:creationId xmlns:a16="http://schemas.microsoft.com/office/drawing/2014/main" id="{9050C7F0-3ECA-4405-8CE0-534582362911}"/>
                </a:ext>
              </a:extLst>
            </p:cNvPr>
            <p:cNvSpPr/>
            <p:nvPr/>
          </p:nvSpPr>
          <p:spPr>
            <a:xfrm>
              <a:off x="2412256" y="2088414"/>
              <a:ext cx="1085976" cy="1848201"/>
            </a:xfrm>
            <a:custGeom>
              <a:avLst/>
              <a:gdLst>
                <a:gd name="connsiteX0" fmla="*/ 496536 w 1131327"/>
                <a:gd name="connsiteY0" fmla="*/ 0 h 1925383"/>
                <a:gd name="connsiteX1" fmla="*/ 1131327 w 1131327"/>
                <a:gd name="connsiteY1" fmla="*/ 506229 h 1925383"/>
                <a:gd name="connsiteX2" fmla="*/ 1063879 w 1131327"/>
                <a:gd name="connsiteY2" fmla="*/ 596425 h 1925383"/>
                <a:gd name="connsiteX3" fmla="*/ 817174 w 1131327"/>
                <a:gd name="connsiteY3" fmla="*/ 1404081 h 1925383"/>
                <a:gd name="connsiteX4" fmla="*/ 846522 w 1131327"/>
                <a:gd name="connsiteY4" fmla="*/ 1695206 h 1925383"/>
                <a:gd name="connsiteX5" fmla="*/ 858664 w 1131327"/>
                <a:gd name="connsiteY5" fmla="*/ 1742428 h 1925383"/>
                <a:gd name="connsiteX6" fmla="*/ 57080 w 1131327"/>
                <a:gd name="connsiteY6" fmla="*/ 1925383 h 1925383"/>
                <a:gd name="connsiteX7" fmla="*/ 496536 w 1131327"/>
                <a:gd name="connsiteY7" fmla="*/ 0 h 1925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327" h="1925383">
                  <a:moveTo>
                    <a:pt x="496536" y="0"/>
                  </a:moveTo>
                  <a:lnTo>
                    <a:pt x="1131327" y="506229"/>
                  </a:lnTo>
                  <a:lnTo>
                    <a:pt x="1063879" y="596425"/>
                  </a:lnTo>
                  <a:cubicBezTo>
                    <a:pt x="908123" y="826975"/>
                    <a:pt x="817174" y="1104907"/>
                    <a:pt x="817174" y="1404081"/>
                  </a:cubicBezTo>
                  <a:cubicBezTo>
                    <a:pt x="817174" y="1503806"/>
                    <a:pt x="827280" y="1601170"/>
                    <a:pt x="846522" y="1695206"/>
                  </a:cubicBezTo>
                  <a:lnTo>
                    <a:pt x="858664" y="1742428"/>
                  </a:lnTo>
                  <a:lnTo>
                    <a:pt x="57080" y="1925383"/>
                  </a:lnTo>
                  <a:cubicBezTo>
                    <a:pt x="-97036" y="1250154"/>
                    <a:pt x="64712" y="541492"/>
                    <a:pt x="496536" y="0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50622" tIns="1662430" rIns="3152564" bIns="2123017" numCol="1" spcCol="1270" anchor="ctr" anchorCtr="0">
              <a:noAutofit/>
            </a:bodyPr>
            <a:lstStyle/>
            <a:p>
              <a:pPr marL="0" lvl="0" indent="0" algn="ctr" defTabSz="1289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2900" kern="1200"/>
            </a:p>
          </p:txBody>
        </p:sp>
        <p:sp>
          <p:nvSpPr>
            <p:cNvPr id="122" name="Szabadkézi sokszög: alakzat 121">
              <a:extLst>
                <a:ext uri="{FF2B5EF4-FFF2-40B4-BE49-F238E27FC236}">
                  <a16:creationId xmlns:a16="http://schemas.microsoft.com/office/drawing/2014/main" id="{C18CDB20-A313-46E8-B998-177CDBF7894A}"/>
                </a:ext>
              </a:extLst>
            </p:cNvPr>
            <p:cNvSpPr/>
            <p:nvPr/>
          </p:nvSpPr>
          <p:spPr>
            <a:xfrm>
              <a:off x="2908790" y="1217022"/>
              <a:ext cx="1707997" cy="1308464"/>
            </a:xfrm>
            <a:custGeom>
              <a:avLst/>
              <a:gdLst>
                <a:gd name="connsiteX0" fmla="*/ 1779324 w 1779324"/>
                <a:gd name="connsiteY0" fmla="*/ 0 h 1363106"/>
                <a:gd name="connsiteX1" fmla="*/ 1779324 w 1779324"/>
                <a:gd name="connsiteY1" fmla="*/ 817132 h 1363106"/>
                <a:gd name="connsiteX2" fmla="*/ 1765178 w 1779324"/>
                <a:gd name="connsiteY2" fmla="*/ 816418 h 1363106"/>
                <a:gd name="connsiteX3" fmla="*/ 650501 w 1779324"/>
                <a:gd name="connsiteY3" fmla="*/ 1342097 h 1363106"/>
                <a:gd name="connsiteX4" fmla="*/ 634791 w 1779324"/>
                <a:gd name="connsiteY4" fmla="*/ 1363106 h 1363106"/>
                <a:gd name="connsiteX5" fmla="*/ 0 w 1779324"/>
                <a:gd name="connsiteY5" fmla="*/ 856878 h 1363106"/>
                <a:gd name="connsiteX6" fmla="*/ 1779324 w 1779324"/>
                <a:gd name="connsiteY6" fmla="*/ 0 h 1363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79324" h="1363106">
                  <a:moveTo>
                    <a:pt x="1779324" y="0"/>
                  </a:moveTo>
                  <a:lnTo>
                    <a:pt x="1779324" y="817132"/>
                  </a:lnTo>
                  <a:lnTo>
                    <a:pt x="1765178" y="816418"/>
                  </a:lnTo>
                  <a:cubicBezTo>
                    <a:pt x="1316417" y="816418"/>
                    <a:pt x="915451" y="1021052"/>
                    <a:pt x="650501" y="1342097"/>
                  </a:cubicBezTo>
                  <a:lnTo>
                    <a:pt x="634791" y="1363106"/>
                  </a:lnTo>
                  <a:lnTo>
                    <a:pt x="0" y="856878"/>
                  </a:lnTo>
                  <a:cubicBezTo>
                    <a:pt x="431825" y="315386"/>
                    <a:pt x="1086729" y="0"/>
                    <a:pt x="1779324" y="0"/>
                  </a:cubicBez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020487" tIns="467783" rIns="2353480" bIns="3366771" numCol="1" spcCol="1270" anchor="ctr" anchorCtr="0">
              <a:noAutofit/>
            </a:bodyPr>
            <a:lstStyle/>
            <a:p>
              <a:pPr marL="0" lvl="0" indent="0" algn="ctr" defTabSz="12001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hu-HU" sz="2700" kern="1200"/>
            </a:p>
          </p:txBody>
        </p:sp>
      </p:grpSp>
      <p:sp>
        <p:nvSpPr>
          <p:cNvPr id="2" name="Szövegdoboz 1">
            <a:extLst>
              <a:ext uri="{FF2B5EF4-FFF2-40B4-BE49-F238E27FC236}">
                <a16:creationId xmlns:a16="http://schemas.microsoft.com/office/drawing/2014/main" id="{D01C7E67-5737-4ABD-9BEA-6550751B92E3}"/>
              </a:ext>
            </a:extLst>
          </p:cNvPr>
          <p:cNvSpPr txBox="1"/>
          <p:nvPr/>
        </p:nvSpPr>
        <p:spPr>
          <a:xfrm>
            <a:off x="7633252" y="795130"/>
            <a:ext cx="37636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-Bevezetés, gyors talpaló az oldalról</a:t>
            </a:r>
          </a:p>
          <a:p>
            <a:r>
              <a:rPr lang="hu-HU" dirty="0"/>
              <a:t>-cél, </a:t>
            </a:r>
          </a:p>
          <a:p>
            <a:r>
              <a:rPr lang="hu-HU" dirty="0"/>
              <a:t>-adatbázis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Dogokét</a:t>
            </a:r>
            <a:r>
              <a:rPr lang="hu-HU"/>
              <a:t> ellopjuk </a:t>
            </a:r>
            <a:r>
              <a:rPr lang="hu-HU" dirty="0"/>
              <a:t>(</a:t>
            </a:r>
            <a:r>
              <a:rPr lang="hu-HU" dirty="0" err="1"/>
              <a:t>github</a:t>
            </a:r>
            <a:r>
              <a:rPr lang="hu-H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5372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29</Words>
  <Application>Microsoft Office PowerPoint</Application>
  <PresentationFormat>Szélesvásznú</PresentationFormat>
  <Paragraphs>11</Paragraphs>
  <Slides>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Office-téma</vt:lpstr>
      <vt:lpstr>Villám Meló 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Viszgaremek bemutató</dc:title>
  <dc:creator>Hencsey Dorina</dc:creator>
  <cp:lastModifiedBy>Hencsey Dorina</cp:lastModifiedBy>
  <cp:revision>9</cp:revision>
  <dcterms:created xsi:type="dcterms:W3CDTF">2026-03-23T10:13:31Z</dcterms:created>
  <dcterms:modified xsi:type="dcterms:W3CDTF">2026-03-24T09:22:24Z</dcterms:modified>
</cp:coreProperties>
</file>